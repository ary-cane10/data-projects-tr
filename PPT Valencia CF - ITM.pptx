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56" r:id="rId1"/>
  </p:sldMasterIdLst>
  <p:notesMasterIdLst>
    <p:notesMasterId r:id="rId12"/>
  </p:notesMasterIdLst>
  <p:sldIdLst>
    <p:sldId id="256" r:id="rId2"/>
    <p:sldId id="257" r:id="rId3"/>
    <p:sldId id="258" r:id="rId4"/>
    <p:sldId id="259" r:id="rId5"/>
    <p:sldId id="260" r:id="rId6"/>
    <p:sldId id="262" r:id="rId7"/>
    <p:sldId id="261" r:id="rId8"/>
    <p:sldId id="265" r:id="rId9"/>
    <p:sldId id="263"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C023E0-86B1-4D22-AEDA-2D05F6B20BCC}" v="30" dt="2024-12-02T20:48:28.969"/>
    <p1510:client id="{1EFC6385-0EF9-4978-9840-AE3D87C1439A}" v="85" dt="2024-12-02T22:31:41.064"/>
    <p1510:client id="{25E1BDAC-4C68-4B91-819C-0C94A9824355}" v="58" dt="2024-12-02T18:13:04.887"/>
    <p1510:client id="{6C3D215D-1BE1-4461-8E0F-73D08D9EE131}" v="1762" dt="2024-12-02T21:56:24.014"/>
    <p1510:client id="{75007E7D-5E14-444B-89C2-C00C9B92B6E6}" v="81" dt="2024-12-02T21:33:04.925"/>
    <p1510:client id="{86E9AA84-BEA8-46CA-9E5B-4EECDDE0E49E}" v="37" dt="2024-12-02T21:44:28.255"/>
    <p1510:client id="{C81B1F40-2521-4861-95DE-020DFD772EBE}" v="6" dt="2024-12-02T22:36:47.979"/>
    <p1510:client id="{E595BE58-7EE2-4D92-83C3-E90345407869}" v="55" dt="2024-12-02T21:59:49.554"/>
    <p1510:client id="{FBC94162-86DE-4A6A-9B2A-5DEDB444262F}" v="89" dt="2024-12-02T22:27:22.13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 Arnold" userId="25a36b9hIjkJumyYJnJC85b8gwUVazdnDlH/ksU3e9Y=" providerId="None" clId="Web-{1BC023E0-86B1-4D22-AEDA-2D05F6B20BCC}"/>
    <pc:docChg chg="modSld">
      <pc:chgData name="Daniel Arnold" userId="25a36b9hIjkJumyYJnJC85b8gwUVazdnDlH/ksU3e9Y=" providerId="None" clId="Web-{1BC023E0-86B1-4D22-AEDA-2D05F6B20BCC}" dt="2024-12-02T20:48:28.969" v="28" actId="20577"/>
      <pc:docMkLst>
        <pc:docMk/>
      </pc:docMkLst>
      <pc:sldChg chg="modSp">
        <pc:chgData name="Daniel Arnold" userId="25a36b9hIjkJumyYJnJC85b8gwUVazdnDlH/ksU3e9Y=" providerId="None" clId="Web-{1BC023E0-86B1-4D22-AEDA-2D05F6B20BCC}" dt="2024-12-02T20:48:28.969" v="28" actId="20577"/>
        <pc:sldMkLst>
          <pc:docMk/>
          <pc:sldMk cId="2215217376" sldId="260"/>
        </pc:sldMkLst>
        <pc:spChg chg="mod">
          <ac:chgData name="Daniel Arnold" userId="25a36b9hIjkJumyYJnJC85b8gwUVazdnDlH/ksU3e9Y=" providerId="None" clId="Web-{1BC023E0-86B1-4D22-AEDA-2D05F6B20BCC}" dt="2024-12-02T20:48:28.969" v="28" actId="20577"/>
          <ac:spMkLst>
            <pc:docMk/>
            <pc:sldMk cId="2215217376" sldId="260"/>
            <ac:spMk id="3" creationId="{30F093D8-C2D4-AD3A-93F1-5AC70773C140}"/>
          </ac:spMkLst>
        </pc:spChg>
      </pc:sldChg>
      <pc:sldChg chg="modSp">
        <pc:chgData name="Daniel Arnold" userId="25a36b9hIjkJumyYJnJC85b8gwUVazdnDlH/ksU3e9Y=" providerId="None" clId="Web-{1BC023E0-86B1-4D22-AEDA-2D05F6B20BCC}" dt="2024-12-02T20:42:35.291" v="27" actId="20577"/>
        <pc:sldMkLst>
          <pc:docMk/>
          <pc:sldMk cId="4130312979" sldId="263"/>
        </pc:sldMkLst>
        <pc:spChg chg="mod">
          <ac:chgData name="Daniel Arnold" userId="25a36b9hIjkJumyYJnJC85b8gwUVazdnDlH/ksU3e9Y=" providerId="None" clId="Web-{1BC023E0-86B1-4D22-AEDA-2D05F6B20BCC}" dt="2024-12-02T20:39:36.370" v="3" actId="20577"/>
          <ac:spMkLst>
            <pc:docMk/>
            <pc:sldMk cId="4130312979" sldId="263"/>
            <ac:spMk id="2" creationId="{9E62109A-9C29-1F79-5203-80F27E768DE5}"/>
          </ac:spMkLst>
        </pc:spChg>
        <pc:spChg chg="mod">
          <ac:chgData name="Daniel Arnold" userId="25a36b9hIjkJumyYJnJC85b8gwUVazdnDlH/ksU3e9Y=" providerId="None" clId="Web-{1BC023E0-86B1-4D22-AEDA-2D05F6B20BCC}" dt="2024-12-02T20:42:35.291" v="27" actId="20577"/>
          <ac:spMkLst>
            <pc:docMk/>
            <pc:sldMk cId="4130312979" sldId="263"/>
            <ac:spMk id="21" creationId="{F6FDA1E8-0861-3501-BBDC-5905536D6644}"/>
          </ac:spMkLst>
        </pc:spChg>
      </pc:sldChg>
    </pc:docChg>
  </pc:docChgLst>
  <pc:docChgLst>
    <pc:chgData name="Salva Ribera Palacios" userId="YfI/FQgnvYeCj1PLSSlUCqSzONKvjlpLhkP0NSB8ZSM=" providerId="None" clId="Web-{25E1BDAC-4C68-4B91-819C-0C94A9824355}"/>
    <pc:docChg chg="modSld">
      <pc:chgData name="Salva Ribera Palacios" userId="YfI/FQgnvYeCj1PLSSlUCqSzONKvjlpLhkP0NSB8ZSM=" providerId="None" clId="Web-{25E1BDAC-4C68-4B91-819C-0C94A9824355}" dt="2024-12-02T18:13:04.887" v="60" actId="20577"/>
      <pc:docMkLst>
        <pc:docMk/>
      </pc:docMkLst>
      <pc:sldChg chg="modSp">
        <pc:chgData name="Salva Ribera Palacios" userId="YfI/FQgnvYeCj1PLSSlUCqSzONKvjlpLhkP0NSB8ZSM=" providerId="None" clId="Web-{25E1BDAC-4C68-4B91-819C-0C94A9824355}" dt="2024-12-02T18:13:04.887" v="60" actId="20577"/>
        <pc:sldMkLst>
          <pc:docMk/>
          <pc:sldMk cId="853312472" sldId="262"/>
        </pc:sldMkLst>
        <pc:spChg chg="mod">
          <ac:chgData name="Salva Ribera Palacios" userId="YfI/FQgnvYeCj1PLSSlUCqSzONKvjlpLhkP0NSB8ZSM=" providerId="None" clId="Web-{25E1BDAC-4C68-4B91-819C-0C94A9824355}" dt="2024-12-02T18:12:34.277" v="59" actId="1076"/>
          <ac:spMkLst>
            <pc:docMk/>
            <pc:sldMk cId="853312472" sldId="262"/>
            <ac:spMk id="2" creationId="{91A2F592-13F9-932E-4B3C-7269B462EACD}"/>
          </ac:spMkLst>
        </pc:spChg>
        <pc:spChg chg="mod">
          <ac:chgData name="Salva Ribera Palacios" userId="YfI/FQgnvYeCj1PLSSlUCqSzONKvjlpLhkP0NSB8ZSM=" providerId="None" clId="Web-{25E1BDAC-4C68-4B91-819C-0C94A9824355}" dt="2024-12-02T18:13:04.887" v="60" actId="20577"/>
          <ac:spMkLst>
            <pc:docMk/>
            <pc:sldMk cId="853312472" sldId="262"/>
            <ac:spMk id="26" creationId="{7BFE34A2-D866-4C18-3747-D84B24D3B372}"/>
          </ac:spMkLst>
        </pc:spChg>
      </pc:sldChg>
    </pc:docChg>
  </pc:docChgLst>
  <pc:docChgLst>
    <pc:chgData name="Daniel Arnold" userId="25a36b9hIjkJumyYJnJC85b8gwUVazdnDlH/ksU3e9Y=" providerId="None" clId="Web-{C574C46E-D26F-410A-AD71-E6458868BADD}"/>
    <pc:docChg chg="modSld">
      <pc:chgData name="Daniel Arnold" userId="25a36b9hIjkJumyYJnJC85b8gwUVazdnDlH/ksU3e9Y=" providerId="None" clId="Web-{C574C46E-D26F-410A-AD71-E6458868BADD}" dt="2024-12-02T01:32:12.167" v="4"/>
      <pc:docMkLst>
        <pc:docMk/>
      </pc:docMkLst>
      <pc:sldChg chg="modNotes">
        <pc:chgData name="Daniel Arnold" userId="25a36b9hIjkJumyYJnJC85b8gwUVazdnDlH/ksU3e9Y=" providerId="None" clId="Web-{C574C46E-D26F-410A-AD71-E6458868BADD}" dt="2024-12-02T01:31:53.292" v="0"/>
        <pc:sldMkLst>
          <pc:docMk/>
          <pc:sldMk cId="715550043" sldId="259"/>
        </pc:sldMkLst>
      </pc:sldChg>
      <pc:sldChg chg="modNotes">
        <pc:chgData name="Daniel Arnold" userId="25a36b9hIjkJumyYJnJC85b8gwUVazdnDlH/ksU3e9Y=" providerId="None" clId="Web-{C574C46E-D26F-410A-AD71-E6458868BADD}" dt="2024-12-02T01:32:12.167" v="4"/>
        <pc:sldMkLst>
          <pc:docMk/>
          <pc:sldMk cId="2215217376" sldId="260"/>
        </pc:sldMkLst>
      </pc:sldChg>
    </pc:docChg>
  </pc:docChgLst>
  <pc:docChgLst>
    <pc:chgData name="Bharath Yadav Golla" userId="Veb5a5QxP8pFCKB9a2WAYfqdhVesQ6Giz31xJWXqe94=" providerId="None" clId="Web-{86E9AA84-BEA8-46CA-9E5B-4EECDDE0E49E}"/>
    <pc:docChg chg="modSld">
      <pc:chgData name="Bharath Yadav Golla" userId="Veb5a5QxP8pFCKB9a2WAYfqdhVesQ6Giz31xJWXqe94=" providerId="None" clId="Web-{86E9AA84-BEA8-46CA-9E5B-4EECDDE0E49E}" dt="2024-12-02T21:41:50.799" v="34"/>
      <pc:docMkLst>
        <pc:docMk/>
      </pc:docMkLst>
      <pc:sldChg chg="modSp mod setBg">
        <pc:chgData name="Bharath Yadav Golla" userId="Veb5a5QxP8pFCKB9a2WAYfqdhVesQ6Giz31xJWXqe94=" providerId="None" clId="Web-{86E9AA84-BEA8-46CA-9E5B-4EECDDE0E49E}" dt="2024-12-02T21:41:50.799" v="34"/>
        <pc:sldMkLst>
          <pc:docMk/>
          <pc:sldMk cId="3599141599" sldId="257"/>
        </pc:sldMkLst>
        <pc:spChg chg="mod">
          <ac:chgData name="Bharath Yadav Golla" userId="Veb5a5QxP8pFCKB9a2WAYfqdhVesQ6Giz31xJWXqe94=" providerId="None" clId="Web-{86E9AA84-BEA8-46CA-9E5B-4EECDDE0E49E}" dt="2024-12-02T21:35:13.088" v="23" actId="20577"/>
          <ac:spMkLst>
            <pc:docMk/>
            <pc:sldMk cId="3599141599" sldId="257"/>
            <ac:spMk id="2" creationId="{55588CA1-FDFE-ABF6-26A4-1C2CDF573B2D}"/>
          </ac:spMkLst>
        </pc:spChg>
        <pc:spChg chg="mod">
          <ac:chgData name="Bharath Yadav Golla" userId="Veb5a5QxP8pFCKB9a2WAYfqdhVesQ6Giz31xJWXqe94=" providerId="None" clId="Web-{86E9AA84-BEA8-46CA-9E5B-4EECDDE0E49E}" dt="2024-12-02T21:35:57.823" v="32" actId="20577"/>
          <ac:spMkLst>
            <pc:docMk/>
            <pc:sldMk cId="3599141599" sldId="257"/>
            <ac:spMk id="3" creationId="{E013BFD5-7B9C-55FE-25F8-ED728548AF7A}"/>
          </ac:spMkLst>
        </pc:spChg>
      </pc:sldChg>
    </pc:docChg>
  </pc:docChgLst>
  <pc:docChgLst>
    <pc:chgData name="Luis Rosado" userId="jb7meHMcl6ziZO9obGkv/6V51CxhOJvNs2S6d4+ojRw=" providerId="None" clId="Web-{E595BE58-7EE2-4D92-83C3-E90345407869}"/>
    <pc:docChg chg="addSld modSld">
      <pc:chgData name="Luis Rosado" userId="jb7meHMcl6ziZO9obGkv/6V51CxhOJvNs2S6d4+ojRw=" providerId="None" clId="Web-{E595BE58-7EE2-4D92-83C3-E90345407869}" dt="2024-12-02T21:59:49.554" v="53" actId="20577"/>
      <pc:docMkLst>
        <pc:docMk/>
      </pc:docMkLst>
      <pc:sldChg chg="delSp modSp">
        <pc:chgData name="Luis Rosado" userId="jb7meHMcl6ziZO9obGkv/6V51CxhOJvNs2S6d4+ojRw=" providerId="None" clId="Web-{E595BE58-7EE2-4D92-83C3-E90345407869}" dt="2024-12-02T21:59:26.631" v="47"/>
        <pc:sldMkLst>
          <pc:docMk/>
          <pc:sldMk cId="1244758857" sldId="261"/>
        </pc:sldMkLst>
        <pc:spChg chg="mod">
          <ac:chgData name="Luis Rosado" userId="jb7meHMcl6ziZO9obGkv/6V51CxhOJvNs2S6d4+ojRw=" providerId="None" clId="Web-{E595BE58-7EE2-4D92-83C3-E90345407869}" dt="2024-12-02T21:59:25.428" v="46" actId="20577"/>
          <ac:spMkLst>
            <pc:docMk/>
            <pc:sldMk cId="1244758857" sldId="261"/>
            <ac:spMk id="9" creationId="{7A702285-3153-CB7A-7775-8ECDB3148555}"/>
          </ac:spMkLst>
        </pc:spChg>
        <pc:picChg chg="del">
          <ac:chgData name="Luis Rosado" userId="jb7meHMcl6ziZO9obGkv/6V51CxhOJvNs2S6d4+ojRw=" providerId="None" clId="Web-{E595BE58-7EE2-4D92-83C3-E90345407869}" dt="2024-12-02T21:59:26.631" v="47"/>
          <ac:picMkLst>
            <pc:docMk/>
            <pc:sldMk cId="1244758857" sldId="261"/>
            <ac:picMk id="7" creationId="{CFE91734-B6C3-6CF9-87B3-9B9C71D2B61B}"/>
          </ac:picMkLst>
        </pc:picChg>
      </pc:sldChg>
      <pc:sldChg chg="delSp modSp add replId">
        <pc:chgData name="Luis Rosado" userId="jb7meHMcl6ziZO9obGkv/6V51CxhOJvNs2S6d4+ojRw=" providerId="None" clId="Web-{E595BE58-7EE2-4D92-83C3-E90345407869}" dt="2024-12-02T21:59:49.554" v="53" actId="20577"/>
        <pc:sldMkLst>
          <pc:docMk/>
          <pc:sldMk cId="1768268729" sldId="265"/>
        </pc:sldMkLst>
        <pc:spChg chg="mod">
          <ac:chgData name="Luis Rosado" userId="jb7meHMcl6ziZO9obGkv/6V51CxhOJvNs2S6d4+ojRw=" providerId="None" clId="Web-{E595BE58-7EE2-4D92-83C3-E90345407869}" dt="2024-12-02T21:59:49.554" v="53" actId="20577"/>
          <ac:spMkLst>
            <pc:docMk/>
            <pc:sldMk cId="1768268729" sldId="265"/>
            <ac:spMk id="9" creationId="{7A702285-3153-CB7A-7775-8ECDB3148555}"/>
          </ac:spMkLst>
        </pc:spChg>
        <pc:picChg chg="del">
          <ac:chgData name="Luis Rosado" userId="jb7meHMcl6ziZO9obGkv/6V51CxhOJvNs2S6d4+ojRw=" providerId="None" clId="Web-{E595BE58-7EE2-4D92-83C3-E90345407869}" dt="2024-12-02T21:58:38.442" v="4"/>
          <ac:picMkLst>
            <pc:docMk/>
            <pc:sldMk cId="1768268729" sldId="265"/>
            <ac:picMk id="3" creationId="{7EBE72EA-4C76-DC23-B7F0-FA5D6AF04FE2}"/>
          </ac:picMkLst>
        </pc:picChg>
        <pc:picChg chg="del">
          <ac:chgData name="Luis Rosado" userId="jb7meHMcl6ziZO9obGkv/6V51CxhOJvNs2S6d4+ojRw=" providerId="None" clId="Web-{E595BE58-7EE2-4D92-83C3-E90345407869}" dt="2024-12-02T21:58:40.567" v="5"/>
          <ac:picMkLst>
            <pc:docMk/>
            <pc:sldMk cId="1768268729" sldId="265"/>
            <ac:picMk id="4" creationId="{3AC97A1C-7C40-4D71-67EF-925A4DEAFA72}"/>
          </ac:picMkLst>
        </pc:picChg>
        <pc:picChg chg="del">
          <ac:chgData name="Luis Rosado" userId="jb7meHMcl6ziZO9obGkv/6V51CxhOJvNs2S6d4+ojRw=" providerId="None" clId="Web-{E595BE58-7EE2-4D92-83C3-E90345407869}" dt="2024-12-02T21:58:42.677" v="6"/>
          <ac:picMkLst>
            <pc:docMk/>
            <pc:sldMk cId="1768268729" sldId="265"/>
            <ac:picMk id="6" creationId="{AEFF8362-6649-3CEC-7891-3DA4E19171CF}"/>
          </ac:picMkLst>
        </pc:picChg>
        <pc:picChg chg="mod">
          <ac:chgData name="Luis Rosado" userId="jb7meHMcl6ziZO9obGkv/6V51CxhOJvNs2S6d4+ojRw=" providerId="None" clId="Web-{E595BE58-7EE2-4D92-83C3-E90345407869}" dt="2024-12-02T21:58:44.739" v="7" actId="1076"/>
          <ac:picMkLst>
            <pc:docMk/>
            <pc:sldMk cId="1768268729" sldId="265"/>
            <ac:picMk id="7" creationId="{CFE91734-B6C3-6CF9-87B3-9B9C71D2B61B}"/>
          </ac:picMkLst>
        </pc:picChg>
      </pc:sldChg>
    </pc:docChg>
  </pc:docChgLst>
  <pc:docChgLst>
    <pc:chgData name="Salva Ribera Palacios" userId="YfI/FQgnvYeCj1PLSSlUCqSzONKvjlpLhkP0NSB8ZSM=" providerId="None" clId="Web-{75007E7D-5E14-444B-89C2-C00C9B92B6E6}"/>
    <pc:docChg chg="modSld">
      <pc:chgData name="Salva Ribera Palacios" userId="YfI/FQgnvYeCj1PLSSlUCqSzONKvjlpLhkP0NSB8ZSM=" providerId="None" clId="Web-{75007E7D-5E14-444B-89C2-C00C9B92B6E6}" dt="2024-12-02T21:33:04.565" v="78" actId="20577"/>
      <pc:docMkLst>
        <pc:docMk/>
      </pc:docMkLst>
      <pc:sldChg chg="modSp">
        <pc:chgData name="Salva Ribera Palacios" userId="YfI/FQgnvYeCj1PLSSlUCqSzONKvjlpLhkP0NSB8ZSM=" providerId="None" clId="Web-{75007E7D-5E14-444B-89C2-C00C9B92B6E6}" dt="2024-12-02T21:09:54.755" v="72" actId="1076"/>
        <pc:sldMkLst>
          <pc:docMk/>
          <pc:sldMk cId="3599141599" sldId="257"/>
        </pc:sldMkLst>
        <pc:spChg chg="mod">
          <ac:chgData name="Salva Ribera Palacios" userId="YfI/FQgnvYeCj1PLSSlUCqSzONKvjlpLhkP0NSB8ZSM=" providerId="None" clId="Web-{75007E7D-5E14-444B-89C2-C00C9B92B6E6}" dt="2024-12-02T21:09:54.755" v="72" actId="1076"/>
          <ac:spMkLst>
            <pc:docMk/>
            <pc:sldMk cId="3599141599" sldId="257"/>
            <ac:spMk id="3" creationId="{E013BFD5-7B9C-55FE-25F8-ED728548AF7A}"/>
          </ac:spMkLst>
        </pc:spChg>
      </pc:sldChg>
      <pc:sldChg chg="modSp">
        <pc:chgData name="Salva Ribera Palacios" userId="YfI/FQgnvYeCj1PLSSlUCqSzONKvjlpLhkP0NSB8ZSM=" providerId="None" clId="Web-{75007E7D-5E14-444B-89C2-C00C9B92B6E6}" dt="2024-12-02T21:32:11.501" v="73" actId="14100"/>
        <pc:sldMkLst>
          <pc:docMk/>
          <pc:sldMk cId="2681973082" sldId="258"/>
        </pc:sldMkLst>
        <pc:spChg chg="mod">
          <ac:chgData name="Salva Ribera Palacios" userId="YfI/FQgnvYeCj1PLSSlUCqSzONKvjlpLhkP0NSB8ZSM=" providerId="None" clId="Web-{75007E7D-5E14-444B-89C2-C00C9B92B6E6}" dt="2024-12-02T20:56:27.085" v="3" actId="20577"/>
          <ac:spMkLst>
            <pc:docMk/>
            <pc:sldMk cId="2681973082" sldId="258"/>
            <ac:spMk id="2" creationId="{6CD47329-5371-55B7-43F3-2C88AED8AEAF}"/>
          </ac:spMkLst>
        </pc:spChg>
        <pc:spChg chg="mod">
          <ac:chgData name="Salva Ribera Palacios" userId="YfI/FQgnvYeCj1PLSSlUCqSzONKvjlpLhkP0NSB8ZSM=" providerId="None" clId="Web-{75007E7D-5E14-444B-89C2-C00C9B92B6E6}" dt="2024-12-02T21:32:11.501" v="73" actId="14100"/>
          <ac:spMkLst>
            <pc:docMk/>
            <pc:sldMk cId="2681973082" sldId="258"/>
            <ac:spMk id="3" creationId="{05D23091-2B0C-0E6F-C527-0C25F5C22138}"/>
          </ac:spMkLst>
        </pc:spChg>
      </pc:sldChg>
      <pc:sldChg chg="modSp">
        <pc:chgData name="Salva Ribera Palacios" userId="YfI/FQgnvYeCj1PLSSlUCqSzONKvjlpLhkP0NSB8ZSM=" providerId="None" clId="Web-{75007E7D-5E14-444B-89C2-C00C9B92B6E6}" dt="2024-12-02T20:57:19.540" v="6" actId="14100"/>
        <pc:sldMkLst>
          <pc:docMk/>
          <pc:sldMk cId="2215217376" sldId="260"/>
        </pc:sldMkLst>
        <pc:spChg chg="mod">
          <ac:chgData name="Salva Ribera Palacios" userId="YfI/FQgnvYeCj1PLSSlUCqSzONKvjlpLhkP0NSB8ZSM=" providerId="None" clId="Web-{75007E7D-5E14-444B-89C2-C00C9B92B6E6}" dt="2024-12-02T20:57:19.540" v="6" actId="14100"/>
          <ac:spMkLst>
            <pc:docMk/>
            <pc:sldMk cId="2215217376" sldId="260"/>
            <ac:spMk id="3" creationId="{30F093D8-C2D4-AD3A-93F1-5AC70773C140}"/>
          </ac:spMkLst>
        </pc:spChg>
      </pc:sldChg>
      <pc:sldChg chg="modSp">
        <pc:chgData name="Salva Ribera Palacios" userId="YfI/FQgnvYeCj1PLSSlUCqSzONKvjlpLhkP0NSB8ZSM=" providerId="None" clId="Web-{75007E7D-5E14-444B-89C2-C00C9B92B6E6}" dt="2024-12-02T21:33:04.565" v="78" actId="20577"/>
        <pc:sldMkLst>
          <pc:docMk/>
          <pc:sldMk cId="853312472" sldId="262"/>
        </pc:sldMkLst>
        <pc:spChg chg="mod">
          <ac:chgData name="Salva Ribera Palacios" userId="YfI/FQgnvYeCj1PLSSlUCqSzONKvjlpLhkP0NSB8ZSM=" providerId="None" clId="Web-{75007E7D-5E14-444B-89C2-C00C9B92B6E6}" dt="2024-12-02T21:33:04.565" v="78" actId="20577"/>
          <ac:spMkLst>
            <pc:docMk/>
            <pc:sldMk cId="853312472" sldId="262"/>
            <ac:spMk id="26" creationId="{7BFE34A2-D866-4C18-3747-D84B24D3B372}"/>
          </ac:spMkLst>
        </pc:spChg>
      </pc:sldChg>
      <pc:sldChg chg="modSp">
        <pc:chgData name="Salva Ribera Palacios" userId="YfI/FQgnvYeCj1PLSSlUCqSzONKvjlpLhkP0NSB8ZSM=" providerId="None" clId="Web-{75007E7D-5E14-444B-89C2-C00C9B92B6E6}" dt="2024-12-02T21:07:26.812" v="70" actId="20577"/>
        <pc:sldMkLst>
          <pc:docMk/>
          <pc:sldMk cId="4130312979" sldId="263"/>
        </pc:sldMkLst>
        <pc:spChg chg="mod">
          <ac:chgData name="Salva Ribera Palacios" userId="YfI/FQgnvYeCj1PLSSlUCqSzONKvjlpLhkP0NSB8ZSM=" providerId="None" clId="Web-{75007E7D-5E14-444B-89C2-C00C9B92B6E6}" dt="2024-12-02T21:07:26.812" v="70" actId="20577"/>
          <ac:spMkLst>
            <pc:docMk/>
            <pc:sldMk cId="4130312979" sldId="263"/>
            <ac:spMk id="2" creationId="{9E62109A-9C29-1F79-5203-80F27E768DE5}"/>
          </ac:spMkLst>
        </pc:spChg>
      </pc:sldChg>
      <pc:sldChg chg="modSp">
        <pc:chgData name="Salva Ribera Palacios" userId="YfI/FQgnvYeCj1PLSSlUCqSzONKvjlpLhkP0NSB8ZSM=" providerId="None" clId="Web-{75007E7D-5E14-444B-89C2-C00C9B92B6E6}" dt="2024-12-02T21:04:47.666" v="49" actId="20577"/>
        <pc:sldMkLst>
          <pc:docMk/>
          <pc:sldMk cId="4198616523" sldId="264"/>
        </pc:sldMkLst>
        <pc:spChg chg="mod">
          <ac:chgData name="Salva Ribera Palacios" userId="YfI/FQgnvYeCj1PLSSlUCqSzONKvjlpLhkP0NSB8ZSM=" providerId="None" clId="Web-{75007E7D-5E14-444B-89C2-C00C9B92B6E6}" dt="2024-12-02T21:00:47.766" v="27" actId="20577"/>
          <ac:spMkLst>
            <pc:docMk/>
            <pc:sldMk cId="4198616523" sldId="264"/>
            <ac:spMk id="2" creationId="{6B2F466D-2496-099A-137C-F957F011EAC0}"/>
          </ac:spMkLst>
        </pc:spChg>
        <pc:spChg chg="mod">
          <ac:chgData name="Salva Ribera Palacios" userId="YfI/FQgnvYeCj1PLSSlUCqSzONKvjlpLhkP0NSB8ZSM=" providerId="None" clId="Web-{75007E7D-5E14-444B-89C2-C00C9B92B6E6}" dt="2024-12-02T21:04:47.666" v="49" actId="20577"/>
          <ac:spMkLst>
            <pc:docMk/>
            <pc:sldMk cId="4198616523" sldId="264"/>
            <ac:spMk id="19" creationId="{CD416203-A753-29F3-B31A-A015A0D2E4DF}"/>
          </ac:spMkLst>
        </pc:spChg>
      </pc:sldChg>
    </pc:docChg>
  </pc:docChgLst>
  <pc:docChgLst>
    <pc:chgData name="Daniel Arnold" userId="25a36b9hIjkJumyYJnJC85b8gwUVazdnDlH/ksU3e9Y=" providerId="None" clId="Web-{FBC94162-86DE-4A6A-9B2A-5DEDB444262F}"/>
    <pc:docChg chg="modSld">
      <pc:chgData name="Daniel Arnold" userId="25a36b9hIjkJumyYJnJC85b8gwUVazdnDlH/ksU3e9Y=" providerId="None" clId="Web-{FBC94162-86DE-4A6A-9B2A-5DEDB444262F}" dt="2024-12-02T22:27:22.131" v="88" actId="20577"/>
      <pc:docMkLst>
        <pc:docMk/>
      </pc:docMkLst>
      <pc:sldChg chg="modSp">
        <pc:chgData name="Daniel Arnold" userId="25a36b9hIjkJumyYJnJC85b8gwUVazdnDlH/ksU3e9Y=" providerId="None" clId="Web-{FBC94162-86DE-4A6A-9B2A-5DEDB444262F}" dt="2024-12-02T22:27:22.131" v="88" actId="20577"/>
        <pc:sldMkLst>
          <pc:docMk/>
          <pc:sldMk cId="3599141599" sldId="257"/>
        </pc:sldMkLst>
        <pc:spChg chg="mod">
          <ac:chgData name="Daniel Arnold" userId="25a36b9hIjkJumyYJnJC85b8gwUVazdnDlH/ksU3e9Y=" providerId="None" clId="Web-{FBC94162-86DE-4A6A-9B2A-5DEDB444262F}" dt="2024-12-02T22:27:22.131" v="88" actId="20577"/>
          <ac:spMkLst>
            <pc:docMk/>
            <pc:sldMk cId="3599141599" sldId="257"/>
            <ac:spMk id="3" creationId="{E013BFD5-7B9C-55FE-25F8-ED728548AF7A}"/>
          </ac:spMkLst>
        </pc:spChg>
      </pc:sldChg>
    </pc:docChg>
  </pc:docChgLst>
  <pc:docChgLst>
    <pc:chgData name="Bharath Yadav Golla" userId="Veb5a5QxP8pFCKB9a2WAYfqdhVesQ6Giz31xJWXqe94=" providerId="None" clId="Web-{C81B1F40-2521-4861-95DE-020DFD772EBE}"/>
    <pc:docChg chg="modSld">
      <pc:chgData name="Bharath Yadav Golla" userId="Veb5a5QxP8pFCKB9a2WAYfqdhVesQ6Giz31xJWXqe94=" providerId="None" clId="Web-{C81B1F40-2521-4861-95DE-020DFD772EBE}" dt="2024-12-02T22:36:47.979" v="4" actId="14100"/>
      <pc:docMkLst>
        <pc:docMk/>
      </pc:docMkLst>
      <pc:sldChg chg="addSp delSp modSp">
        <pc:chgData name="Bharath Yadav Golla" userId="Veb5a5QxP8pFCKB9a2WAYfqdhVesQ6Giz31xJWXqe94=" providerId="None" clId="Web-{C81B1F40-2521-4861-95DE-020DFD772EBE}" dt="2024-12-02T22:36:47.979" v="4" actId="14100"/>
        <pc:sldMkLst>
          <pc:docMk/>
          <pc:sldMk cId="1768268729" sldId="265"/>
        </pc:sldMkLst>
        <pc:picChg chg="del">
          <ac:chgData name="Bharath Yadav Golla" userId="Veb5a5QxP8pFCKB9a2WAYfqdhVesQ6Giz31xJWXqe94=" providerId="None" clId="Web-{C81B1F40-2521-4861-95DE-020DFD772EBE}" dt="2024-12-02T22:36:34.104" v="0"/>
          <ac:picMkLst>
            <pc:docMk/>
            <pc:sldMk cId="1768268729" sldId="265"/>
            <ac:picMk id="3" creationId="{7568D149-0881-8944-BFBD-A2EC49E8618E}"/>
          </ac:picMkLst>
        </pc:picChg>
        <pc:picChg chg="add mod">
          <ac:chgData name="Bharath Yadav Golla" userId="Veb5a5QxP8pFCKB9a2WAYfqdhVesQ6Giz31xJWXqe94=" providerId="None" clId="Web-{C81B1F40-2521-4861-95DE-020DFD772EBE}" dt="2024-12-02T22:36:47.979" v="4" actId="14100"/>
          <ac:picMkLst>
            <pc:docMk/>
            <pc:sldMk cId="1768268729" sldId="265"/>
            <ac:picMk id="4" creationId="{B876C0B4-D01F-8F02-EF27-DA6663EC54DB}"/>
          </ac:picMkLst>
        </pc:picChg>
      </pc:sldChg>
    </pc:docChg>
  </pc:docChgLst>
  <pc:docChgLst>
    <pc:chgData name="Luis Rosado" userId="jb7meHMcl6ziZO9obGkv/6V51CxhOJvNs2S6d4+ojRw=" providerId="None" clId="Web-{6C3D215D-1BE1-4461-8E0F-73D08D9EE131}"/>
    <pc:docChg chg="addSld delSld modSld sldOrd">
      <pc:chgData name="Luis Rosado" userId="jb7meHMcl6ziZO9obGkv/6V51CxhOJvNs2S6d4+ojRw=" providerId="None" clId="Web-{6C3D215D-1BE1-4461-8E0F-73D08D9EE131}" dt="2024-12-02T21:35:22.132" v="1123"/>
      <pc:docMkLst>
        <pc:docMk/>
      </pc:docMkLst>
      <pc:sldChg chg="modSp">
        <pc:chgData name="Luis Rosado" userId="jb7meHMcl6ziZO9obGkv/6V51CxhOJvNs2S6d4+ojRw=" providerId="None" clId="Web-{6C3D215D-1BE1-4461-8E0F-73D08D9EE131}" dt="2024-12-02T21:22:15.296" v="673" actId="20577"/>
        <pc:sldMkLst>
          <pc:docMk/>
          <pc:sldMk cId="3599141599" sldId="257"/>
        </pc:sldMkLst>
        <pc:spChg chg="mod">
          <ac:chgData name="Luis Rosado" userId="jb7meHMcl6ziZO9obGkv/6V51CxhOJvNs2S6d4+ojRw=" providerId="None" clId="Web-{6C3D215D-1BE1-4461-8E0F-73D08D9EE131}" dt="2024-12-02T21:22:15.296" v="673" actId="20577"/>
          <ac:spMkLst>
            <pc:docMk/>
            <pc:sldMk cId="3599141599" sldId="257"/>
            <ac:spMk id="3" creationId="{E013BFD5-7B9C-55FE-25F8-ED728548AF7A}"/>
          </ac:spMkLst>
        </pc:spChg>
      </pc:sldChg>
      <pc:sldChg chg="modSp">
        <pc:chgData name="Luis Rosado" userId="jb7meHMcl6ziZO9obGkv/6V51CxhOJvNs2S6d4+ojRw=" providerId="None" clId="Web-{6C3D215D-1BE1-4461-8E0F-73D08D9EE131}" dt="2024-12-02T21:22:25.062" v="675" actId="20577"/>
        <pc:sldMkLst>
          <pc:docMk/>
          <pc:sldMk cId="2681973082" sldId="258"/>
        </pc:sldMkLst>
        <pc:spChg chg="mod">
          <ac:chgData name="Luis Rosado" userId="jb7meHMcl6ziZO9obGkv/6V51CxhOJvNs2S6d4+ojRw=" providerId="None" clId="Web-{6C3D215D-1BE1-4461-8E0F-73D08D9EE131}" dt="2024-12-02T21:22:25.062" v="675" actId="20577"/>
          <ac:spMkLst>
            <pc:docMk/>
            <pc:sldMk cId="2681973082" sldId="258"/>
            <ac:spMk id="3" creationId="{05D23091-2B0C-0E6F-C527-0C25F5C22138}"/>
          </ac:spMkLst>
        </pc:spChg>
      </pc:sldChg>
      <pc:sldChg chg="modSp">
        <pc:chgData name="Luis Rosado" userId="jb7meHMcl6ziZO9obGkv/6V51CxhOJvNs2S6d4+ojRw=" providerId="None" clId="Web-{6C3D215D-1BE1-4461-8E0F-73D08D9EE131}" dt="2024-12-02T21:21:53.544" v="670" actId="20577"/>
        <pc:sldMkLst>
          <pc:docMk/>
          <pc:sldMk cId="715550043" sldId="259"/>
        </pc:sldMkLst>
        <pc:spChg chg="mod">
          <ac:chgData name="Luis Rosado" userId="jb7meHMcl6ziZO9obGkv/6V51CxhOJvNs2S6d4+ojRw=" providerId="None" clId="Web-{6C3D215D-1BE1-4461-8E0F-73D08D9EE131}" dt="2024-12-02T21:21:53.544" v="670" actId="20577"/>
          <ac:spMkLst>
            <pc:docMk/>
            <pc:sldMk cId="715550043" sldId="259"/>
            <ac:spMk id="3" creationId="{6486E934-DD89-291C-F87B-A67171C77B0D}"/>
          </ac:spMkLst>
        </pc:spChg>
      </pc:sldChg>
      <pc:sldChg chg="modSp">
        <pc:chgData name="Luis Rosado" userId="jb7meHMcl6ziZO9obGkv/6V51CxhOJvNs2S6d4+ojRw=" providerId="None" clId="Web-{6C3D215D-1BE1-4461-8E0F-73D08D9EE131}" dt="2024-12-02T21:22:42.767" v="677" actId="20577"/>
        <pc:sldMkLst>
          <pc:docMk/>
          <pc:sldMk cId="2215217376" sldId="260"/>
        </pc:sldMkLst>
        <pc:spChg chg="mod">
          <ac:chgData name="Luis Rosado" userId="jb7meHMcl6ziZO9obGkv/6V51CxhOJvNs2S6d4+ojRw=" providerId="None" clId="Web-{6C3D215D-1BE1-4461-8E0F-73D08D9EE131}" dt="2024-12-02T21:22:42.767" v="677" actId="20577"/>
          <ac:spMkLst>
            <pc:docMk/>
            <pc:sldMk cId="2215217376" sldId="260"/>
            <ac:spMk id="3" creationId="{30F093D8-C2D4-AD3A-93F1-5AC70773C140}"/>
          </ac:spMkLst>
        </pc:spChg>
      </pc:sldChg>
      <pc:sldChg chg="addSp modSp">
        <pc:chgData name="Luis Rosado" userId="jb7meHMcl6ziZO9obGkv/6V51CxhOJvNs2S6d4+ojRw=" providerId="None" clId="Web-{6C3D215D-1BE1-4461-8E0F-73D08D9EE131}" dt="2024-12-02T21:33:19.623" v="1122" actId="20577"/>
        <pc:sldMkLst>
          <pc:docMk/>
          <pc:sldMk cId="1244758857" sldId="261"/>
        </pc:sldMkLst>
        <pc:spChg chg="mod">
          <ac:chgData name="Luis Rosado" userId="jb7meHMcl6ziZO9obGkv/6V51CxhOJvNs2S6d4+ojRw=" providerId="None" clId="Web-{6C3D215D-1BE1-4461-8E0F-73D08D9EE131}" dt="2024-12-02T21:33:19.623" v="1122" actId="20577"/>
          <ac:spMkLst>
            <pc:docMk/>
            <pc:sldMk cId="1244758857" sldId="261"/>
            <ac:spMk id="9" creationId="{7A702285-3153-CB7A-7775-8ECDB3148555}"/>
          </ac:spMkLst>
        </pc:spChg>
        <pc:picChg chg="add mod">
          <ac:chgData name="Luis Rosado" userId="jb7meHMcl6ziZO9obGkv/6V51CxhOJvNs2S6d4+ojRw=" providerId="None" clId="Web-{6C3D215D-1BE1-4461-8E0F-73D08D9EE131}" dt="2024-12-02T21:11:38.314" v="277" actId="1076"/>
          <ac:picMkLst>
            <pc:docMk/>
            <pc:sldMk cId="1244758857" sldId="261"/>
            <ac:picMk id="3" creationId="{7EBE72EA-4C76-DC23-B7F0-FA5D6AF04FE2}"/>
          </ac:picMkLst>
        </pc:picChg>
        <pc:picChg chg="add mod">
          <ac:chgData name="Luis Rosado" userId="jb7meHMcl6ziZO9obGkv/6V51CxhOJvNs2S6d4+ojRw=" providerId="None" clId="Web-{6C3D215D-1BE1-4461-8E0F-73D08D9EE131}" dt="2024-12-02T21:11:26.704" v="275" actId="14100"/>
          <ac:picMkLst>
            <pc:docMk/>
            <pc:sldMk cId="1244758857" sldId="261"/>
            <ac:picMk id="4" creationId="{3AC97A1C-7C40-4D71-67EF-925A4DEAFA72}"/>
          </ac:picMkLst>
        </pc:picChg>
        <pc:picChg chg="add mod">
          <ac:chgData name="Luis Rosado" userId="jb7meHMcl6ziZO9obGkv/6V51CxhOJvNs2S6d4+ojRw=" providerId="None" clId="Web-{6C3D215D-1BE1-4461-8E0F-73D08D9EE131}" dt="2024-12-02T21:19:40.738" v="662" actId="1076"/>
          <ac:picMkLst>
            <pc:docMk/>
            <pc:sldMk cId="1244758857" sldId="261"/>
            <ac:picMk id="6" creationId="{AEFF8362-6649-3CEC-7891-3DA4E19171CF}"/>
          </ac:picMkLst>
        </pc:picChg>
      </pc:sldChg>
      <pc:sldChg chg="modSp ord">
        <pc:chgData name="Luis Rosado" userId="jb7meHMcl6ziZO9obGkv/6V51CxhOJvNs2S6d4+ojRw=" providerId="None" clId="Web-{6C3D215D-1BE1-4461-8E0F-73D08D9EE131}" dt="2024-12-02T21:35:22.132" v="1123"/>
        <pc:sldMkLst>
          <pc:docMk/>
          <pc:sldMk cId="853312472" sldId="262"/>
        </pc:sldMkLst>
        <pc:spChg chg="mod">
          <ac:chgData name="Luis Rosado" userId="jb7meHMcl6ziZO9obGkv/6V51CxhOJvNs2S6d4+ojRw=" providerId="None" clId="Web-{6C3D215D-1BE1-4461-8E0F-73D08D9EE131}" dt="2024-12-02T21:23:07.050" v="678" actId="20577"/>
          <ac:spMkLst>
            <pc:docMk/>
            <pc:sldMk cId="853312472" sldId="262"/>
            <ac:spMk id="26" creationId="{7BFE34A2-D866-4C18-3747-D84B24D3B372}"/>
          </ac:spMkLst>
        </pc:spChg>
      </pc:sldChg>
      <pc:sldChg chg="addSp delSp modSp">
        <pc:chgData name="Luis Rosado" userId="jb7meHMcl6ziZO9obGkv/6V51CxhOJvNs2S6d4+ojRw=" providerId="None" clId="Web-{6C3D215D-1BE1-4461-8E0F-73D08D9EE131}" dt="2024-12-02T21:27:55.648" v="1023" actId="20577"/>
        <pc:sldMkLst>
          <pc:docMk/>
          <pc:sldMk cId="4130312979" sldId="263"/>
        </pc:sldMkLst>
        <pc:spChg chg="add del mod">
          <ac:chgData name="Luis Rosado" userId="jb7meHMcl6ziZO9obGkv/6V51CxhOJvNs2S6d4+ojRw=" providerId="None" clId="Web-{6C3D215D-1BE1-4461-8E0F-73D08D9EE131}" dt="2024-12-02T21:26:30.610" v="1006"/>
          <ac:spMkLst>
            <pc:docMk/>
            <pc:sldMk cId="4130312979" sldId="263"/>
            <ac:spMk id="5" creationId="{A1872228-6845-0C2E-54FD-203854EF3B85}"/>
          </ac:spMkLst>
        </pc:spChg>
        <pc:spChg chg="add mod">
          <ac:chgData name="Luis Rosado" userId="jb7meHMcl6ziZO9obGkv/6V51CxhOJvNs2S6d4+ojRw=" providerId="None" clId="Web-{6C3D215D-1BE1-4461-8E0F-73D08D9EE131}" dt="2024-12-02T21:27:55.648" v="1023" actId="20577"/>
          <ac:spMkLst>
            <pc:docMk/>
            <pc:sldMk cId="4130312979" sldId="263"/>
            <ac:spMk id="6" creationId="{C0042158-0330-AA05-6D51-D7A879827D86}"/>
          </ac:spMkLst>
        </pc:spChg>
        <pc:spChg chg="del">
          <ac:chgData name="Luis Rosado" userId="jb7meHMcl6ziZO9obGkv/6V51CxhOJvNs2S6d4+ojRw=" providerId="None" clId="Web-{6C3D215D-1BE1-4461-8E0F-73D08D9EE131}" dt="2024-12-02T21:12:25.989" v="278"/>
          <ac:spMkLst>
            <pc:docMk/>
            <pc:sldMk cId="4130312979" sldId="263"/>
            <ac:spMk id="21" creationId="{F6FDA1E8-0861-3501-BBDC-5905536D6644}"/>
          </ac:spMkLst>
        </pc:spChg>
        <pc:graphicFrameChg chg="add mod ord modGraphic">
          <ac:chgData name="Luis Rosado" userId="jb7meHMcl6ziZO9obGkv/6V51CxhOJvNs2S6d4+ojRw=" providerId="None" clId="Web-{6C3D215D-1BE1-4461-8E0F-73D08D9EE131}" dt="2024-12-02T21:13:09.227" v="360"/>
          <ac:graphicFrameMkLst>
            <pc:docMk/>
            <pc:sldMk cId="4130312979" sldId="263"/>
            <ac:graphicFrameMk id="4" creationId="{52BED06F-9BDB-3CC4-F5F9-FEE0D42DC137}"/>
          </ac:graphicFrameMkLst>
        </pc:graphicFrameChg>
      </pc:sldChg>
      <pc:sldChg chg="add del ord replId">
        <pc:chgData name="Luis Rosado" userId="jb7meHMcl6ziZO9obGkv/6V51CxhOJvNs2S6d4+ojRw=" providerId="None" clId="Web-{6C3D215D-1BE1-4461-8E0F-73D08D9EE131}" dt="2024-12-02T21:28:54.292" v="1024"/>
        <pc:sldMkLst>
          <pc:docMk/>
          <pc:sldMk cId="2671218498" sldId="265"/>
        </pc:sldMkLst>
      </pc:sldChg>
    </pc:docChg>
  </pc:docChgLst>
  <pc:docChgLst>
    <pc:chgData name="Bharath Yadav Golla" userId="Veb5a5QxP8pFCKB9a2WAYfqdhVesQ6Giz31xJWXqe94=" providerId="None" clId="Web-{1EFC6385-0EF9-4978-9840-AE3D87C1439A}"/>
    <pc:docChg chg="addSld delSld modSld">
      <pc:chgData name="Bharath Yadav Golla" userId="Veb5a5QxP8pFCKB9a2WAYfqdhVesQ6Giz31xJWXqe94=" providerId="None" clId="Web-{1EFC6385-0EF9-4978-9840-AE3D87C1439A}" dt="2024-12-02T22:31:41.064" v="80"/>
      <pc:docMkLst>
        <pc:docMk/>
      </pc:docMkLst>
      <pc:sldChg chg="addSp modSp">
        <pc:chgData name="Bharath Yadav Golla" userId="Veb5a5QxP8pFCKB9a2WAYfqdhVesQ6Giz31xJWXqe94=" providerId="None" clId="Web-{1EFC6385-0EF9-4978-9840-AE3D87C1439A}" dt="2024-12-02T21:54:43.441" v="4"/>
        <pc:sldMkLst>
          <pc:docMk/>
          <pc:sldMk cId="1244758857" sldId="261"/>
        </pc:sldMkLst>
        <pc:picChg chg="add mod">
          <ac:chgData name="Bharath Yadav Golla" userId="Veb5a5QxP8pFCKB9a2WAYfqdhVesQ6Giz31xJWXqe94=" providerId="None" clId="Web-{1EFC6385-0EF9-4978-9840-AE3D87C1439A}" dt="2024-12-02T21:54:43.441" v="4"/>
          <ac:picMkLst>
            <pc:docMk/>
            <pc:sldMk cId="1244758857" sldId="261"/>
            <ac:picMk id="7" creationId="{CFE91734-B6C3-6CF9-87B3-9B9C71D2B61B}"/>
          </ac:picMkLst>
        </pc:picChg>
      </pc:sldChg>
      <pc:sldChg chg="del">
        <pc:chgData name="Bharath Yadav Golla" userId="Veb5a5QxP8pFCKB9a2WAYfqdhVesQ6Giz31xJWXqe94=" providerId="None" clId="Web-{1EFC6385-0EF9-4978-9840-AE3D87C1439A}" dt="2024-12-02T22:31:41.064" v="80"/>
        <pc:sldMkLst>
          <pc:docMk/>
          <pc:sldMk cId="4198616523" sldId="264"/>
        </pc:sldMkLst>
      </pc:sldChg>
      <pc:sldChg chg="addSp delSp modSp">
        <pc:chgData name="Bharath Yadav Golla" userId="Veb5a5QxP8pFCKB9a2WAYfqdhVesQ6Giz31xJWXqe94=" providerId="None" clId="Web-{1EFC6385-0EF9-4978-9840-AE3D87C1439A}" dt="2024-12-02T22:29:11.247" v="71" actId="1076"/>
        <pc:sldMkLst>
          <pc:docMk/>
          <pc:sldMk cId="1768268729" sldId="265"/>
        </pc:sldMkLst>
        <pc:spChg chg="mod">
          <ac:chgData name="Bharath Yadav Golla" userId="Veb5a5QxP8pFCKB9a2WAYfqdhVesQ6Giz31xJWXqe94=" providerId="None" clId="Web-{1EFC6385-0EF9-4978-9840-AE3D87C1439A}" dt="2024-12-02T22:20:15.435" v="49" actId="20577"/>
          <ac:spMkLst>
            <pc:docMk/>
            <pc:sldMk cId="1768268729" sldId="265"/>
            <ac:spMk id="9" creationId="{7A702285-3153-CB7A-7775-8ECDB3148555}"/>
          </ac:spMkLst>
        </pc:spChg>
        <pc:picChg chg="add mod">
          <ac:chgData name="Bharath Yadav Golla" userId="Veb5a5QxP8pFCKB9a2WAYfqdhVesQ6Giz31xJWXqe94=" providerId="None" clId="Web-{1EFC6385-0EF9-4978-9840-AE3D87C1439A}" dt="2024-12-02T22:27:45.510" v="70" actId="1076"/>
          <ac:picMkLst>
            <pc:docMk/>
            <pc:sldMk cId="1768268729" sldId="265"/>
            <ac:picMk id="3" creationId="{7568D149-0881-8944-BFBD-A2EC49E8618E}"/>
          </ac:picMkLst>
        </pc:picChg>
        <pc:picChg chg="add del mod">
          <ac:chgData name="Bharath Yadav Golla" userId="Veb5a5QxP8pFCKB9a2WAYfqdhVesQ6Giz31xJWXqe94=" providerId="None" clId="Web-{1EFC6385-0EF9-4978-9840-AE3D87C1439A}" dt="2024-12-02T22:23:17.300" v="64"/>
          <ac:picMkLst>
            <pc:docMk/>
            <pc:sldMk cId="1768268729" sldId="265"/>
            <ac:picMk id="4" creationId="{20BF359D-3EE6-623A-B642-251EC959777B}"/>
          </ac:picMkLst>
        </pc:picChg>
        <pc:picChg chg="del">
          <ac:chgData name="Bharath Yadav Golla" userId="Veb5a5QxP8pFCKB9a2WAYfqdhVesQ6Giz31xJWXqe94=" providerId="None" clId="Web-{1EFC6385-0EF9-4978-9840-AE3D87C1439A}" dt="2024-12-02T22:22:33.892" v="57"/>
          <ac:picMkLst>
            <pc:docMk/>
            <pc:sldMk cId="1768268729" sldId="265"/>
            <ac:picMk id="5" creationId="{64829E46-F43B-57BA-0D37-42813C94C3B8}"/>
          </ac:picMkLst>
        </pc:picChg>
        <pc:picChg chg="add mod">
          <ac:chgData name="Bharath Yadav Golla" userId="Veb5a5QxP8pFCKB9a2WAYfqdhVesQ6Giz31xJWXqe94=" providerId="None" clId="Web-{1EFC6385-0EF9-4978-9840-AE3D87C1439A}" dt="2024-12-02T22:29:11.247" v="71" actId="1076"/>
          <ac:picMkLst>
            <pc:docMk/>
            <pc:sldMk cId="1768268729" sldId="265"/>
            <ac:picMk id="6" creationId="{5C5D0621-1D05-6799-97E2-6BF1C690B1F5}"/>
          </ac:picMkLst>
        </pc:picChg>
        <pc:picChg chg="del mod modCrop">
          <ac:chgData name="Bharath Yadav Golla" userId="Veb5a5QxP8pFCKB9a2WAYfqdhVesQ6Giz31xJWXqe94=" providerId="None" clId="Web-{1EFC6385-0EF9-4978-9840-AE3D87C1439A}" dt="2024-12-02T22:22:59.393" v="62"/>
          <ac:picMkLst>
            <pc:docMk/>
            <pc:sldMk cId="1768268729" sldId="265"/>
            <ac:picMk id="7" creationId="{CFE91734-B6C3-6CF9-87B3-9B9C71D2B61B}"/>
          </ac:picMkLst>
        </pc:picChg>
      </pc:sldChg>
      <pc:sldChg chg="modSp new">
        <pc:chgData name="Bharath Yadav Golla" userId="Veb5a5QxP8pFCKB9a2WAYfqdhVesQ6Giz31xJWXqe94=" providerId="None" clId="Web-{1EFC6385-0EF9-4978-9840-AE3D87C1439A}" dt="2024-12-02T22:31:31.220" v="79" actId="20577"/>
        <pc:sldMkLst>
          <pc:docMk/>
          <pc:sldMk cId="815135768" sldId="266"/>
        </pc:sldMkLst>
        <pc:spChg chg="mod">
          <ac:chgData name="Bharath Yadav Golla" userId="Veb5a5QxP8pFCKB9a2WAYfqdhVesQ6Giz31xJWXqe94=" providerId="None" clId="Web-{1EFC6385-0EF9-4978-9840-AE3D87C1439A}" dt="2024-12-02T22:30:46.766" v="74" actId="20577"/>
          <ac:spMkLst>
            <pc:docMk/>
            <pc:sldMk cId="815135768" sldId="266"/>
            <ac:spMk id="2" creationId="{E7007CD5-0FA3-1188-6CAA-D82D75A2475C}"/>
          </ac:spMkLst>
        </pc:spChg>
        <pc:spChg chg="mod">
          <ac:chgData name="Bharath Yadav Golla" userId="Veb5a5QxP8pFCKB9a2WAYfqdhVesQ6Giz31xJWXqe94=" providerId="None" clId="Web-{1EFC6385-0EF9-4978-9840-AE3D87C1439A}" dt="2024-12-02T22:31:31.220" v="79" actId="20577"/>
          <ac:spMkLst>
            <pc:docMk/>
            <pc:sldMk cId="815135768" sldId="266"/>
            <ac:spMk id="3" creationId="{3D079B8F-0115-24C1-477A-587265C8F31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35AB0A-9B84-4C9C-9EA7-B6D38DF5A6C6}" type="datetimeFigureOut">
              <a:t>12/2/2024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509E1D-0326-4CA6-8740-4E6D2806510A}" type="slidenum">
              <a:t>‹#›</a:t>
            </a:fld>
            <a:endParaRPr lang="en-US"/>
          </a:p>
        </p:txBody>
      </p:sp>
    </p:spTree>
    <p:extLst>
      <p:ext uri="{BB962C8B-B14F-4D97-AF65-F5344CB8AC3E}">
        <p14:creationId xmlns:p14="http://schemas.microsoft.com/office/powerpoint/2010/main" val="28262644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Most of the information regarding the organizations data usage is with the president's usage of terms such as "we plan on doing" or "we will do something." This indicates a low level of analytical maturity throughout the organization. Due to this low level of maturity it is evident the organization seeks to outsource this job to the experts until such time that it can provide the services in house at a reasonable level.</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B3509E1D-0326-4CA6-8740-4E6D2806510A}" type="slidenum">
              <a:t>4</a:t>
            </a:fld>
            <a:endParaRPr lang="en-US"/>
          </a:p>
        </p:txBody>
      </p:sp>
    </p:spTree>
    <p:extLst>
      <p:ext uri="{BB962C8B-B14F-4D97-AF65-F5344CB8AC3E}">
        <p14:creationId xmlns:p14="http://schemas.microsoft.com/office/powerpoint/2010/main" val="18135487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20000"/>
              </a:lnSpc>
              <a:spcBef>
                <a:spcPts val="1000"/>
              </a:spcBef>
            </a:pPr>
            <a:r>
              <a:rPr lang="en-US"/>
              <a:t>In analyzing a football club’s success there are many factors that play a part in how they will perform and what they can achieve. Of these many factors we are focusing on the person who is usually blamed or praised when the club is in decline or achieves greatness, the Manager. The current manager, Ruben </a:t>
            </a:r>
            <a:r>
              <a:rPr lang="en-US" err="1"/>
              <a:t>Baraja</a:t>
            </a:r>
            <a:r>
              <a:rPr lang="en-US"/>
              <a:t>, has been with the team since February of 2023. Is this enough time for a manager’s campaign to make a difference? Are there other factors that influence success that are out of the manager’s control? These are all questions we aim to answer through our study. </a:t>
            </a:r>
          </a:p>
        </p:txBody>
      </p:sp>
      <p:sp>
        <p:nvSpPr>
          <p:cNvPr id="4" name="Slide Number Placeholder 3"/>
          <p:cNvSpPr>
            <a:spLocks noGrp="1"/>
          </p:cNvSpPr>
          <p:nvPr>
            <p:ph type="sldNum" sz="quarter" idx="5"/>
          </p:nvPr>
        </p:nvSpPr>
        <p:spPr/>
        <p:txBody>
          <a:bodyPr/>
          <a:lstStyle/>
          <a:p>
            <a:fld id="{B3509E1D-0326-4CA6-8740-4E6D2806510A}" type="slidenum">
              <a:t>5</a:t>
            </a:fld>
            <a:endParaRPr lang="en-US"/>
          </a:p>
        </p:txBody>
      </p:sp>
    </p:spTree>
    <p:extLst>
      <p:ext uri="{BB962C8B-B14F-4D97-AF65-F5344CB8AC3E}">
        <p14:creationId xmlns:p14="http://schemas.microsoft.com/office/powerpoint/2010/main" val="22918000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D8E5E-745C-407D-B425-C78EBF08DF96}"/>
              </a:ext>
            </a:extLst>
          </p:cNvPr>
          <p:cNvSpPr>
            <a:spLocks noGrp="1"/>
          </p:cNvSpPr>
          <p:nvPr>
            <p:ph type="ctrTitle"/>
          </p:nvPr>
        </p:nvSpPr>
        <p:spPr>
          <a:xfrm>
            <a:off x="571501" y="822960"/>
            <a:ext cx="6057899" cy="5015169"/>
          </a:xfrm>
        </p:spPr>
        <p:txBody>
          <a:bodyPr anchor="t">
            <a:normAutofit/>
          </a:bodyPr>
          <a:lstStyle>
            <a:lvl1pPr algn="l">
              <a:defRPr sz="4800"/>
            </a:lvl1pPr>
          </a:lstStyle>
          <a:p>
            <a:r>
              <a:rPr lang="en-US"/>
              <a:t>Click to edit Master title style</a:t>
            </a:r>
          </a:p>
        </p:txBody>
      </p:sp>
      <p:sp>
        <p:nvSpPr>
          <p:cNvPr id="3" name="Subtitle 2">
            <a:extLst>
              <a:ext uri="{FF2B5EF4-FFF2-40B4-BE49-F238E27FC236}">
                <a16:creationId xmlns:a16="http://schemas.microsoft.com/office/drawing/2014/main" id="{FD07A4D5-56F4-4287-B174-56C55B18FD68}"/>
              </a:ext>
            </a:extLst>
          </p:cNvPr>
          <p:cNvSpPr>
            <a:spLocks noGrp="1"/>
          </p:cNvSpPr>
          <p:nvPr>
            <p:ph type="subTitle" idx="1"/>
          </p:nvPr>
        </p:nvSpPr>
        <p:spPr>
          <a:xfrm>
            <a:off x="8109113" y="3003642"/>
            <a:ext cx="3522199" cy="2900274"/>
          </a:xfrm>
        </p:spPr>
        <p:txBody>
          <a:bodyPr anchor="b">
            <a:normAutofit/>
          </a:bodyPr>
          <a:lstStyle>
            <a:lvl1pPr marL="0" indent="0" algn="l">
              <a:lnSpc>
                <a:spcPct val="130000"/>
              </a:lnSpc>
              <a:buNone/>
              <a:defRPr sz="14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AEB9C19-FEE0-4852-B181-14A0DD77F40D}"/>
              </a:ext>
            </a:extLst>
          </p:cNvPr>
          <p:cNvSpPr>
            <a:spLocks noGrp="1"/>
          </p:cNvSpPr>
          <p:nvPr>
            <p:ph type="dt" sz="half" idx="10"/>
          </p:nvPr>
        </p:nvSpPr>
        <p:spPr/>
        <p:txBody>
          <a:bodyPr/>
          <a:lstStyle/>
          <a:p>
            <a:fld id="{1C8322F6-1C60-46CF-968C-BC20E470F443}" type="datetimeFigureOut">
              <a:rPr lang="en-US" smtClean="0"/>
              <a:t>12/2/2024</a:t>
            </a:fld>
            <a:endParaRPr lang="en-US"/>
          </a:p>
        </p:txBody>
      </p:sp>
      <p:sp>
        <p:nvSpPr>
          <p:cNvPr id="5" name="Footer Placeholder 4">
            <a:extLst>
              <a:ext uri="{FF2B5EF4-FFF2-40B4-BE49-F238E27FC236}">
                <a16:creationId xmlns:a16="http://schemas.microsoft.com/office/drawing/2014/main" id="{11127DDF-01B7-463C-82BC-BBF4296182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B2056A-C3EE-4809-B1F3-1CEEEA266F7B}"/>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9" name="Straight Connector 8">
            <a:extLst>
              <a:ext uri="{FF2B5EF4-FFF2-40B4-BE49-F238E27FC236}">
                <a16:creationId xmlns:a16="http://schemas.microsoft.com/office/drawing/2014/main" id="{A240FCEE-B6E2-46D0-9BB0-F45F79545E9D}"/>
              </a:ext>
            </a:extLst>
          </p:cNvPr>
          <p:cNvCxnSpPr>
            <a:cxnSpLocks/>
          </p:cNvCxnSpPr>
          <p:nvPr/>
        </p:nvCxnSpPr>
        <p:spPr>
          <a:xfrm flipH="1">
            <a:off x="571501"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BD2FB83-3783-4477-80B5-DA5BF10BAF57}"/>
              </a:ext>
            </a:extLst>
          </p:cNvPr>
          <p:cNvCxnSpPr>
            <a:cxnSpLocks/>
          </p:cNvCxnSpPr>
          <p:nvPr/>
        </p:nvCxnSpPr>
        <p:spPr>
          <a:xfrm>
            <a:off x="7742482"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83EA203-71D5-49C0-9626-FFA8E46787B0}"/>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7576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B2ED8-7F53-4C03-A740-493E5079849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5611087-99A9-4100-B5F7-520880DE322E}"/>
              </a:ext>
            </a:extLst>
          </p:cNvPr>
          <p:cNvSpPr>
            <a:spLocks noGrp="1"/>
          </p:cNvSpPr>
          <p:nvPr>
            <p:ph idx="1"/>
          </p:nvPr>
        </p:nvSpPr>
        <p:spPr>
          <a:xfrm>
            <a:off x="571499" y="2075688"/>
            <a:ext cx="11059811" cy="3910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7B4B20-1A65-4A26-B11E-6095083A1645}"/>
              </a:ext>
            </a:extLst>
          </p:cNvPr>
          <p:cNvSpPr>
            <a:spLocks noGrp="1"/>
          </p:cNvSpPr>
          <p:nvPr>
            <p:ph type="dt" sz="half" idx="10"/>
          </p:nvPr>
        </p:nvSpPr>
        <p:spPr/>
        <p:txBody>
          <a:bodyPr/>
          <a:lstStyle/>
          <a:p>
            <a:fld id="{1C8322F6-1C60-46CF-968C-BC20E470F443}" type="datetimeFigureOut">
              <a:rPr lang="en-US" smtClean="0"/>
              <a:t>12/2/2024</a:t>
            </a:fld>
            <a:endParaRPr lang="en-US"/>
          </a:p>
        </p:txBody>
      </p:sp>
      <p:sp>
        <p:nvSpPr>
          <p:cNvPr id="5" name="Footer Placeholder 4">
            <a:extLst>
              <a:ext uri="{FF2B5EF4-FFF2-40B4-BE49-F238E27FC236}">
                <a16:creationId xmlns:a16="http://schemas.microsoft.com/office/drawing/2014/main" id="{FB0D52D3-E985-4FEB-89B9-57C754711C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EA751A-C72D-47C1-A7A6-E8510A40CE9A}"/>
              </a:ext>
            </a:extLst>
          </p:cNvPr>
          <p:cNvSpPr>
            <a:spLocks noGrp="1"/>
          </p:cNvSpPr>
          <p:nvPr>
            <p:ph type="sldNum" sz="quarter" idx="12"/>
          </p:nvPr>
        </p:nvSpPr>
        <p:spPr/>
        <p:txBody>
          <a:bodyPr/>
          <a:lstStyle/>
          <a:p>
            <a:fld id="{5EEB83C2-341F-4C28-A243-1C56DDDA54D3}" type="slidenum">
              <a:rPr lang="en-US" smtClean="0"/>
              <a:t>‹#›</a:t>
            </a:fld>
            <a:endParaRPr lang="en-US"/>
          </a:p>
        </p:txBody>
      </p:sp>
    </p:spTree>
    <p:extLst>
      <p:ext uri="{BB962C8B-B14F-4D97-AF65-F5344CB8AC3E}">
        <p14:creationId xmlns:p14="http://schemas.microsoft.com/office/powerpoint/2010/main" val="33498439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81F78-07BF-45A9-92D4-E4E0A1E88D7A}"/>
              </a:ext>
            </a:extLst>
          </p:cNvPr>
          <p:cNvSpPr>
            <a:spLocks noGrp="1"/>
          </p:cNvSpPr>
          <p:nvPr>
            <p:ph type="title"/>
          </p:nvPr>
        </p:nvSpPr>
        <p:spPr>
          <a:xfrm>
            <a:off x="571500" y="914255"/>
            <a:ext cx="6867115" cy="5009471"/>
          </a:xfrm>
        </p:spPr>
        <p:txBody>
          <a:bodyPr anchor="b">
            <a:normAutofit/>
          </a:bodyPr>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ECC2A83-A380-4828-BC68-C065C8BC5AD5}"/>
              </a:ext>
            </a:extLst>
          </p:cNvPr>
          <p:cNvSpPr>
            <a:spLocks noGrp="1"/>
          </p:cNvSpPr>
          <p:nvPr>
            <p:ph type="body" idx="1"/>
          </p:nvPr>
        </p:nvSpPr>
        <p:spPr>
          <a:xfrm>
            <a:off x="9239817" y="914399"/>
            <a:ext cx="2370268" cy="2670273"/>
          </a:xfrm>
        </p:spPr>
        <p:txBody>
          <a:bodyPr anchor="t">
            <a:normAutofit/>
          </a:bodyPr>
          <a:lstStyle>
            <a:lvl1pPr marL="0" indent="0">
              <a:lnSpc>
                <a:spcPct val="130000"/>
              </a:lnSpc>
              <a:buNone/>
              <a:defRPr sz="1400" cap="all" spc="3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FF92B2F-8804-4195-A779-F5C67C25CBBE}"/>
              </a:ext>
            </a:extLst>
          </p:cNvPr>
          <p:cNvSpPr>
            <a:spLocks noGrp="1"/>
          </p:cNvSpPr>
          <p:nvPr>
            <p:ph type="dt" sz="half" idx="10"/>
          </p:nvPr>
        </p:nvSpPr>
        <p:spPr/>
        <p:txBody>
          <a:bodyPr/>
          <a:lstStyle/>
          <a:p>
            <a:fld id="{1C8322F6-1C60-46CF-968C-BC20E470F443}" type="datetimeFigureOut">
              <a:rPr lang="en-US" smtClean="0"/>
              <a:t>12/2/2024</a:t>
            </a:fld>
            <a:endParaRPr lang="en-US"/>
          </a:p>
        </p:txBody>
      </p:sp>
      <p:sp>
        <p:nvSpPr>
          <p:cNvPr id="5" name="Footer Placeholder 4">
            <a:extLst>
              <a:ext uri="{FF2B5EF4-FFF2-40B4-BE49-F238E27FC236}">
                <a16:creationId xmlns:a16="http://schemas.microsoft.com/office/drawing/2014/main" id="{25099C26-4411-4833-A917-A45E62D56A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68C7C7-F862-434D-A87A-DECE9FD2E1E9}"/>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7" name="Straight Connector 6">
            <a:extLst>
              <a:ext uri="{FF2B5EF4-FFF2-40B4-BE49-F238E27FC236}">
                <a16:creationId xmlns:a16="http://schemas.microsoft.com/office/drawing/2014/main" id="{A40BAA4B-C4C0-40C1-8DC8-B4E2F8A68E12}"/>
              </a:ext>
            </a:extLst>
          </p:cNvPr>
          <p:cNvCxnSpPr>
            <a:cxnSpLocks/>
          </p:cNvCxnSpPr>
          <p:nvPr/>
        </p:nvCxnSpPr>
        <p:spPr>
          <a:xfrm>
            <a:off x="8872625"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C0A2259-2540-4B32-A999-2B46A6790E3D}"/>
              </a:ext>
            </a:extLst>
          </p:cNvPr>
          <p:cNvCxnSpPr>
            <a:cxnSpLocks/>
          </p:cNvCxnSpPr>
          <p:nvPr/>
        </p:nvCxnSpPr>
        <p:spPr>
          <a:xfrm flipH="1">
            <a:off x="566094"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CEFB0ED-3F76-4403-AD0B-E738DD9D8CB6}"/>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83609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6BD5F-CF53-4DD5-B8C5-27BBA2BB8860}"/>
              </a:ext>
            </a:extLst>
          </p:cNvPr>
          <p:cNvSpPr>
            <a:spLocks noGrp="1"/>
          </p:cNvSpPr>
          <p:nvPr>
            <p:ph type="title"/>
          </p:nvPr>
        </p:nvSpPr>
        <p:spPr>
          <a:xfrm>
            <a:off x="571500" y="709684"/>
            <a:ext cx="11049000" cy="1057160"/>
          </a:xfrm>
        </p:spPr>
        <p:txBody>
          <a:bodyPr anchor="ctr"/>
          <a:lstStyle/>
          <a:p>
            <a:r>
              <a:rPr lang="en-US"/>
              <a:t>Click to edit Master title style</a:t>
            </a:r>
          </a:p>
        </p:txBody>
      </p:sp>
      <p:sp>
        <p:nvSpPr>
          <p:cNvPr id="3" name="Content Placeholder 2">
            <a:extLst>
              <a:ext uri="{FF2B5EF4-FFF2-40B4-BE49-F238E27FC236}">
                <a16:creationId xmlns:a16="http://schemas.microsoft.com/office/drawing/2014/main" id="{3576C2E1-5D5E-409F-BEE8-F48CE86F55C9}"/>
              </a:ext>
            </a:extLst>
          </p:cNvPr>
          <p:cNvSpPr>
            <a:spLocks noGrp="1"/>
          </p:cNvSpPr>
          <p:nvPr>
            <p:ph sz="half" idx="1"/>
          </p:nvPr>
        </p:nvSpPr>
        <p:spPr>
          <a:xfrm>
            <a:off x="579447" y="2074990"/>
            <a:ext cx="5181600" cy="4101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FBBF823-1BFB-4CF0-BAF4-D660C8F1AFC0}"/>
              </a:ext>
            </a:extLst>
          </p:cNvPr>
          <p:cNvSpPr>
            <a:spLocks noGrp="1"/>
          </p:cNvSpPr>
          <p:nvPr>
            <p:ph sz="half" idx="2"/>
          </p:nvPr>
        </p:nvSpPr>
        <p:spPr>
          <a:xfrm>
            <a:off x="6447082" y="2074990"/>
            <a:ext cx="5181600" cy="4101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6FF816E-EE02-44A4-8B81-B324ECFD74DF}"/>
              </a:ext>
            </a:extLst>
          </p:cNvPr>
          <p:cNvSpPr>
            <a:spLocks noGrp="1"/>
          </p:cNvSpPr>
          <p:nvPr>
            <p:ph type="dt" sz="half" idx="10"/>
          </p:nvPr>
        </p:nvSpPr>
        <p:spPr/>
        <p:txBody>
          <a:bodyPr/>
          <a:lstStyle/>
          <a:p>
            <a:fld id="{1C8322F6-1C60-46CF-968C-BC20E470F443}" type="datetimeFigureOut">
              <a:rPr lang="en-US" smtClean="0"/>
              <a:t>12/2/2024</a:t>
            </a:fld>
            <a:endParaRPr lang="en-US"/>
          </a:p>
        </p:txBody>
      </p:sp>
      <p:sp>
        <p:nvSpPr>
          <p:cNvPr id="6" name="Footer Placeholder 5">
            <a:extLst>
              <a:ext uri="{FF2B5EF4-FFF2-40B4-BE49-F238E27FC236}">
                <a16:creationId xmlns:a16="http://schemas.microsoft.com/office/drawing/2014/main" id="{F134D9E4-A693-44D2-A3E8-E3AABC9052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4F669F-4B8E-415D-A9BF-AD451F452C6B}"/>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11" name="Straight Connector 10">
            <a:extLst>
              <a:ext uri="{FF2B5EF4-FFF2-40B4-BE49-F238E27FC236}">
                <a16:creationId xmlns:a16="http://schemas.microsoft.com/office/drawing/2014/main" id="{720AF959-FCDC-4B92-9324-06A06C0D56F2}"/>
              </a:ext>
            </a:extLst>
          </p:cNvPr>
          <p:cNvCxnSpPr>
            <a:cxnSpLocks/>
          </p:cNvCxnSpPr>
          <p:nvPr/>
        </p:nvCxnSpPr>
        <p:spPr>
          <a:xfrm flipV="1">
            <a:off x="6101405" y="1883336"/>
            <a:ext cx="0" cy="439965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8548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F85E5-82C4-4BAE-B2B0-A078ABD6C69C}"/>
              </a:ext>
            </a:extLst>
          </p:cNvPr>
          <p:cNvSpPr>
            <a:spLocks noGrp="1"/>
          </p:cNvSpPr>
          <p:nvPr>
            <p:ph type="title"/>
          </p:nvPr>
        </p:nvSpPr>
        <p:spPr>
          <a:xfrm>
            <a:off x="583469" y="699118"/>
            <a:ext cx="11025062" cy="1063601"/>
          </a:xfrm>
        </p:spPr>
        <p:txBody>
          <a:bodyPr anchor="ctr"/>
          <a:lstStyle/>
          <a:p>
            <a:r>
              <a:rPr lang="en-US"/>
              <a:t>Click to edit Master title style</a:t>
            </a:r>
          </a:p>
        </p:txBody>
      </p:sp>
      <p:sp>
        <p:nvSpPr>
          <p:cNvPr id="3" name="Text Placeholder 2">
            <a:extLst>
              <a:ext uri="{FF2B5EF4-FFF2-40B4-BE49-F238E27FC236}">
                <a16:creationId xmlns:a16="http://schemas.microsoft.com/office/drawing/2014/main" id="{012D15C7-F445-40F7-88F6-FD6526269CD7}"/>
              </a:ext>
            </a:extLst>
          </p:cNvPr>
          <p:cNvSpPr>
            <a:spLocks noGrp="1"/>
          </p:cNvSpPr>
          <p:nvPr>
            <p:ph type="body" idx="1"/>
          </p:nvPr>
        </p:nvSpPr>
        <p:spPr>
          <a:xfrm>
            <a:off x="583468" y="2022883"/>
            <a:ext cx="5230469" cy="564079"/>
          </a:xfrm>
        </p:spPr>
        <p:txBody>
          <a:bodyPr anchor="ctr">
            <a:normAutofit/>
          </a:bodyPr>
          <a:lstStyle>
            <a:lvl1pPr marL="0" indent="0">
              <a:buNone/>
              <a:defRPr sz="16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B652C35-AA8E-4154-8A78-7DE9590E1F38}"/>
              </a:ext>
            </a:extLst>
          </p:cNvPr>
          <p:cNvSpPr>
            <a:spLocks noGrp="1"/>
          </p:cNvSpPr>
          <p:nvPr>
            <p:ph sz="half" idx="2"/>
          </p:nvPr>
        </p:nvSpPr>
        <p:spPr>
          <a:xfrm>
            <a:off x="583469" y="2866031"/>
            <a:ext cx="5157787" cy="32276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557EAC6-567C-4A4A-BB10-57EC14B97DDF}"/>
              </a:ext>
            </a:extLst>
          </p:cNvPr>
          <p:cNvSpPr>
            <a:spLocks noGrp="1"/>
          </p:cNvSpPr>
          <p:nvPr>
            <p:ph type="body" sz="quarter" idx="3"/>
          </p:nvPr>
        </p:nvSpPr>
        <p:spPr>
          <a:xfrm>
            <a:off x="6441470" y="2022883"/>
            <a:ext cx="5183188" cy="564080"/>
          </a:xfrm>
        </p:spPr>
        <p:txBody>
          <a:bodyPr anchor="ctr">
            <a:normAutofit/>
          </a:bodyPr>
          <a:lstStyle>
            <a:lvl1pPr marL="0" indent="0">
              <a:buNone/>
              <a:defRPr sz="16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9A083F-AD60-4437-B32A-44035D78AF63}"/>
              </a:ext>
            </a:extLst>
          </p:cNvPr>
          <p:cNvSpPr>
            <a:spLocks noGrp="1"/>
          </p:cNvSpPr>
          <p:nvPr>
            <p:ph sz="quarter" idx="4"/>
          </p:nvPr>
        </p:nvSpPr>
        <p:spPr>
          <a:xfrm>
            <a:off x="6441470" y="2866031"/>
            <a:ext cx="5183188" cy="32276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DBF86F-3266-4551-B680-06F401FFE665}"/>
              </a:ext>
            </a:extLst>
          </p:cNvPr>
          <p:cNvSpPr>
            <a:spLocks noGrp="1"/>
          </p:cNvSpPr>
          <p:nvPr>
            <p:ph type="dt" sz="half" idx="10"/>
          </p:nvPr>
        </p:nvSpPr>
        <p:spPr/>
        <p:txBody>
          <a:bodyPr/>
          <a:lstStyle/>
          <a:p>
            <a:fld id="{1C8322F6-1C60-46CF-968C-BC20E470F443}" type="datetimeFigureOut">
              <a:rPr lang="en-US" smtClean="0"/>
              <a:t>12/2/2024</a:t>
            </a:fld>
            <a:endParaRPr lang="en-US"/>
          </a:p>
        </p:txBody>
      </p:sp>
      <p:sp>
        <p:nvSpPr>
          <p:cNvPr id="8" name="Footer Placeholder 7">
            <a:extLst>
              <a:ext uri="{FF2B5EF4-FFF2-40B4-BE49-F238E27FC236}">
                <a16:creationId xmlns:a16="http://schemas.microsoft.com/office/drawing/2014/main" id="{755B38FE-80F9-4582-B2E1-B067C288DE8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47BEF32-F637-47A1-9ED3-AFC4F79F3739}"/>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11" name="Straight Connector 10">
            <a:extLst>
              <a:ext uri="{FF2B5EF4-FFF2-40B4-BE49-F238E27FC236}">
                <a16:creationId xmlns:a16="http://schemas.microsoft.com/office/drawing/2014/main" id="{E0C508D4-7C99-4B8D-BCDE-F0001BD345D9}"/>
              </a:ext>
            </a:extLst>
          </p:cNvPr>
          <p:cNvCxnSpPr>
            <a:cxnSpLocks/>
          </p:cNvCxnSpPr>
          <p:nvPr/>
        </p:nvCxnSpPr>
        <p:spPr>
          <a:xfrm flipV="1">
            <a:off x="6101405" y="1883336"/>
            <a:ext cx="0" cy="43996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49BF61B-7951-48F4-982B-9401A483FFBF}"/>
              </a:ext>
            </a:extLst>
          </p:cNvPr>
          <p:cNvCxnSpPr>
            <a:cxnSpLocks/>
          </p:cNvCxnSpPr>
          <p:nvPr/>
        </p:nvCxnSpPr>
        <p:spPr>
          <a:xfrm flipH="1">
            <a:off x="577485" y="273859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0848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A94CB-6BE5-4B9E-B0A6-54F83B201A64}"/>
              </a:ext>
            </a:extLst>
          </p:cNvPr>
          <p:cNvSpPr>
            <a:spLocks noGrp="1"/>
          </p:cNvSpPr>
          <p:nvPr>
            <p:ph type="title"/>
          </p:nvPr>
        </p:nvSpPr>
        <p:spPr>
          <a:xfrm>
            <a:off x="571500" y="717452"/>
            <a:ext cx="11049000" cy="1161836"/>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75E8643C-1A5D-4F23-B0D7-5B46F5E456B4}"/>
              </a:ext>
            </a:extLst>
          </p:cNvPr>
          <p:cNvSpPr>
            <a:spLocks noGrp="1"/>
          </p:cNvSpPr>
          <p:nvPr>
            <p:ph type="dt" sz="half" idx="10"/>
          </p:nvPr>
        </p:nvSpPr>
        <p:spPr/>
        <p:txBody>
          <a:bodyPr/>
          <a:lstStyle/>
          <a:p>
            <a:fld id="{1C8322F6-1C60-46CF-968C-BC20E470F443}" type="datetimeFigureOut">
              <a:rPr lang="en-US" smtClean="0"/>
              <a:t>12/2/2024</a:t>
            </a:fld>
            <a:endParaRPr lang="en-US"/>
          </a:p>
        </p:txBody>
      </p:sp>
      <p:sp>
        <p:nvSpPr>
          <p:cNvPr id="4" name="Footer Placeholder 3">
            <a:extLst>
              <a:ext uri="{FF2B5EF4-FFF2-40B4-BE49-F238E27FC236}">
                <a16:creationId xmlns:a16="http://schemas.microsoft.com/office/drawing/2014/main" id="{0C1A3394-78CC-43B0-9762-5E826F8BBFD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347F0A-1980-4E13-AB22-AE3B8AA44058}"/>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7" name="Straight Connector 6">
            <a:extLst>
              <a:ext uri="{FF2B5EF4-FFF2-40B4-BE49-F238E27FC236}">
                <a16:creationId xmlns:a16="http://schemas.microsoft.com/office/drawing/2014/main" id="{4E9D858B-8A9C-4235-B151-81C99A3D20D2}"/>
              </a:ext>
            </a:extLst>
          </p:cNvPr>
          <p:cNvCxnSpPr>
            <a:cxnSpLocks/>
          </p:cNvCxnSpPr>
          <p:nvPr/>
        </p:nvCxnSpPr>
        <p:spPr>
          <a:xfrm flipH="1">
            <a:off x="577485"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6C7798B-3ECB-4076-8955-A82116BB0D25}"/>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40415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C61D85-3E72-406F-AB26-B4ED94918442}"/>
              </a:ext>
            </a:extLst>
          </p:cNvPr>
          <p:cNvSpPr>
            <a:spLocks noGrp="1"/>
          </p:cNvSpPr>
          <p:nvPr>
            <p:ph type="dt" sz="half" idx="10"/>
          </p:nvPr>
        </p:nvSpPr>
        <p:spPr/>
        <p:txBody>
          <a:bodyPr/>
          <a:lstStyle/>
          <a:p>
            <a:fld id="{1C8322F6-1C60-46CF-968C-BC20E470F443}" type="datetimeFigureOut">
              <a:rPr lang="en-US" smtClean="0"/>
              <a:t>12/2/2024</a:t>
            </a:fld>
            <a:endParaRPr lang="en-US"/>
          </a:p>
        </p:txBody>
      </p:sp>
      <p:sp>
        <p:nvSpPr>
          <p:cNvPr id="3" name="Footer Placeholder 2">
            <a:extLst>
              <a:ext uri="{FF2B5EF4-FFF2-40B4-BE49-F238E27FC236}">
                <a16:creationId xmlns:a16="http://schemas.microsoft.com/office/drawing/2014/main" id="{499C831E-4321-467E-9090-C89C48CF2F5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68A9556-B3D8-4403-835F-11AE2D4098E9}"/>
              </a:ext>
            </a:extLst>
          </p:cNvPr>
          <p:cNvSpPr>
            <a:spLocks noGrp="1"/>
          </p:cNvSpPr>
          <p:nvPr>
            <p:ph type="sldNum" sz="quarter" idx="12"/>
          </p:nvPr>
        </p:nvSpPr>
        <p:spPr/>
        <p:txBody>
          <a:bodyPr/>
          <a:lstStyle/>
          <a:p>
            <a:fld id="{5EEB83C2-341F-4C28-A243-1C56DDDA54D3}" type="slidenum">
              <a:rPr lang="en-US" smtClean="0"/>
              <a:t>‹#›</a:t>
            </a:fld>
            <a:endParaRPr lang="en-US"/>
          </a:p>
        </p:txBody>
      </p:sp>
    </p:spTree>
    <p:extLst>
      <p:ext uri="{BB962C8B-B14F-4D97-AF65-F5344CB8AC3E}">
        <p14:creationId xmlns:p14="http://schemas.microsoft.com/office/powerpoint/2010/main" val="27738543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0AA48-D521-423D-B185-6490EF57B935}"/>
              </a:ext>
            </a:extLst>
          </p:cNvPr>
          <p:cNvSpPr>
            <a:spLocks noGrp="1"/>
          </p:cNvSpPr>
          <p:nvPr>
            <p:ph type="title"/>
          </p:nvPr>
        </p:nvSpPr>
        <p:spPr>
          <a:xfrm>
            <a:off x="572201" y="810344"/>
            <a:ext cx="3478084" cy="1408062"/>
          </a:xfrm>
        </p:spPr>
        <p:txBody>
          <a:bodyPr anchor="t"/>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B64E6DD-DDD2-4ED6-B8A9-A8B6D7656549}"/>
              </a:ext>
            </a:extLst>
          </p:cNvPr>
          <p:cNvSpPr>
            <a:spLocks noGrp="1"/>
          </p:cNvSpPr>
          <p:nvPr>
            <p:ph idx="1"/>
          </p:nvPr>
        </p:nvSpPr>
        <p:spPr>
          <a:xfrm>
            <a:off x="4919809" y="931232"/>
            <a:ext cx="6700679" cy="507936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3F08F5E-AD33-4ACF-84C9-78B0FF6BE3AC}"/>
              </a:ext>
            </a:extLst>
          </p:cNvPr>
          <p:cNvSpPr>
            <a:spLocks noGrp="1"/>
          </p:cNvSpPr>
          <p:nvPr>
            <p:ph type="body" sz="half" idx="2"/>
          </p:nvPr>
        </p:nvSpPr>
        <p:spPr>
          <a:xfrm>
            <a:off x="571500" y="2578608"/>
            <a:ext cx="3478783" cy="341724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D7604E-7DD4-4497-B325-74F899E8ACC6}"/>
              </a:ext>
            </a:extLst>
          </p:cNvPr>
          <p:cNvSpPr>
            <a:spLocks noGrp="1"/>
          </p:cNvSpPr>
          <p:nvPr>
            <p:ph type="dt" sz="half" idx="10"/>
          </p:nvPr>
        </p:nvSpPr>
        <p:spPr/>
        <p:txBody>
          <a:bodyPr/>
          <a:lstStyle/>
          <a:p>
            <a:fld id="{1C8322F6-1C60-46CF-968C-BC20E470F443}" type="datetimeFigureOut">
              <a:rPr lang="en-US" smtClean="0"/>
              <a:t>12/2/2024</a:t>
            </a:fld>
            <a:endParaRPr lang="en-US"/>
          </a:p>
        </p:txBody>
      </p:sp>
      <p:sp>
        <p:nvSpPr>
          <p:cNvPr id="6" name="Footer Placeholder 5">
            <a:extLst>
              <a:ext uri="{FF2B5EF4-FFF2-40B4-BE49-F238E27FC236}">
                <a16:creationId xmlns:a16="http://schemas.microsoft.com/office/drawing/2014/main" id="{3F02BEED-A8F6-4256-9539-4434694AA1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EA1AA6-EE0B-48FD-A7DE-6CEE6A8C7DEB}"/>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8" name="Straight Connector 7">
            <a:extLst>
              <a:ext uri="{FF2B5EF4-FFF2-40B4-BE49-F238E27FC236}">
                <a16:creationId xmlns:a16="http://schemas.microsoft.com/office/drawing/2014/main" id="{B3F35B32-9A23-4805-94A6-96826D202139}"/>
              </a:ext>
            </a:extLst>
          </p:cNvPr>
          <p:cNvCxnSpPr>
            <a:cxnSpLocks/>
          </p:cNvCxnSpPr>
          <p:nvPr/>
        </p:nvCxnSpPr>
        <p:spPr>
          <a:xfrm flipH="1">
            <a:off x="571500"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62BA7DA-3944-40D4-91CD-40CA24DBB79B}"/>
              </a:ext>
            </a:extLst>
          </p:cNvPr>
          <p:cNvCxnSpPr>
            <a:cxnSpLocks/>
          </p:cNvCxnSpPr>
          <p:nvPr/>
        </p:nvCxnSpPr>
        <p:spPr>
          <a:xfrm flipV="1">
            <a:off x="4419601"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BEA0B78-39E7-4039-B8BE-4F425688C6DF}"/>
              </a:ext>
            </a:extLst>
          </p:cNvPr>
          <p:cNvCxnSpPr>
            <a:cxnSpLocks/>
          </p:cNvCxnSpPr>
          <p:nvPr/>
        </p:nvCxnSpPr>
        <p:spPr>
          <a:xfrm flipH="1">
            <a:off x="571501" y="2406845"/>
            <a:ext cx="38481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D68B99C-0744-42EE-9713-AB0CEC3F5D85}"/>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93678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12732-5D39-4B30-A499-D51BABC882EF}"/>
              </a:ext>
            </a:extLst>
          </p:cNvPr>
          <p:cNvSpPr>
            <a:spLocks noGrp="1"/>
          </p:cNvSpPr>
          <p:nvPr>
            <p:ph type="title"/>
          </p:nvPr>
        </p:nvSpPr>
        <p:spPr>
          <a:xfrm>
            <a:off x="571499" y="802204"/>
            <a:ext cx="3478787" cy="1408062"/>
          </a:xfrm>
        </p:spPr>
        <p:txBody>
          <a:bodyPr anchor="t"/>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3AF5AEC-77BC-4A52-8A56-C6479CA6A29D}"/>
              </a:ext>
            </a:extLst>
          </p:cNvPr>
          <p:cNvSpPr>
            <a:spLocks noGrp="1"/>
          </p:cNvSpPr>
          <p:nvPr>
            <p:ph type="pic" idx="1"/>
          </p:nvPr>
        </p:nvSpPr>
        <p:spPr>
          <a:xfrm>
            <a:off x="4723467" y="847384"/>
            <a:ext cx="6907844" cy="521681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860A9240-8762-4C7D-AF22-A844CB2EC871}"/>
              </a:ext>
            </a:extLst>
          </p:cNvPr>
          <p:cNvSpPr>
            <a:spLocks noGrp="1"/>
          </p:cNvSpPr>
          <p:nvPr>
            <p:ph type="body" sz="half" idx="2"/>
          </p:nvPr>
        </p:nvSpPr>
        <p:spPr>
          <a:xfrm>
            <a:off x="571498" y="2574906"/>
            <a:ext cx="3478787" cy="343571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995685-E45D-4E74-8B78-D3B8E85C434D}"/>
              </a:ext>
            </a:extLst>
          </p:cNvPr>
          <p:cNvSpPr>
            <a:spLocks noGrp="1"/>
          </p:cNvSpPr>
          <p:nvPr>
            <p:ph type="dt" sz="half" idx="10"/>
          </p:nvPr>
        </p:nvSpPr>
        <p:spPr/>
        <p:txBody>
          <a:bodyPr/>
          <a:lstStyle/>
          <a:p>
            <a:fld id="{1C8322F6-1C60-46CF-968C-BC20E470F443}" type="datetimeFigureOut">
              <a:rPr lang="en-US" smtClean="0"/>
              <a:t>12/2/2024</a:t>
            </a:fld>
            <a:endParaRPr lang="en-US"/>
          </a:p>
        </p:txBody>
      </p:sp>
      <p:sp>
        <p:nvSpPr>
          <p:cNvPr id="6" name="Footer Placeholder 5">
            <a:extLst>
              <a:ext uri="{FF2B5EF4-FFF2-40B4-BE49-F238E27FC236}">
                <a16:creationId xmlns:a16="http://schemas.microsoft.com/office/drawing/2014/main" id="{321FCBA3-0FF5-47C2-901A-645F6185D2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030381-5320-46AD-A0B9-7C04B3E5A202}"/>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8" name="Straight Connector 7">
            <a:extLst>
              <a:ext uri="{FF2B5EF4-FFF2-40B4-BE49-F238E27FC236}">
                <a16:creationId xmlns:a16="http://schemas.microsoft.com/office/drawing/2014/main" id="{5357A432-D933-402A-8657-216EE20450EE}"/>
              </a:ext>
            </a:extLst>
          </p:cNvPr>
          <p:cNvCxnSpPr>
            <a:cxnSpLocks/>
          </p:cNvCxnSpPr>
          <p:nvPr/>
        </p:nvCxnSpPr>
        <p:spPr>
          <a:xfrm flipH="1">
            <a:off x="571500"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1B1E0F3-D71B-436F-A10B-B6EA7125F684}"/>
              </a:ext>
            </a:extLst>
          </p:cNvPr>
          <p:cNvCxnSpPr>
            <a:cxnSpLocks/>
          </p:cNvCxnSpPr>
          <p:nvPr/>
        </p:nvCxnSpPr>
        <p:spPr>
          <a:xfrm flipV="1">
            <a:off x="4419601"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DEE64F5-2B48-4A2E-BA5E-1D37F1A7C9A3}"/>
              </a:ext>
            </a:extLst>
          </p:cNvPr>
          <p:cNvCxnSpPr>
            <a:cxnSpLocks/>
          </p:cNvCxnSpPr>
          <p:nvPr/>
        </p:nvCxnSpPr>
        <p:spPr>
          <a:xfrm flipH="1">
            <a:off x="571501" y="2406845"/>
            <a:ext cx="38481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99BF9AA-A2C8-4233-B597-EB11C6D6A0E0}"/>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89784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99A0A-70FC-426A-8B3B-60FAF9806EB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EF47EC6-9753-4ABC-BB66-64CCC8BA0808}"/>
              </a:ext>
            </a:extLst>
          </p:cNvPr>
          <p:cNvSpPr>
            <a:spLocks noGrp="1"/>
          </p:cNvSpPr>
          <p:nvPr>
            <p:ph type="body" orient="vert" idx="1"/>
          </p:nvPr>
        </p:nvSpPr>
        <p:spPr>
          <a:xfrm>
            <a:off x="571499" y="2036363"/>
            <a:ext cx="11059811" cy="387077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884D9F-DC99-4B4C-98CF-178BBBB76646}"/>
              </a:ext>
            </a:extLst>
          </p:cNvPr>
          <p:cNvSpPr>
            <a:spLocks noGrp="1"/>
          </p:cNvSpPr>
          <p:nvPr>
            <p:ph type="dt" sz="half" idx="10"/>
          </p:nvPr>
        </p:nvSpPr>
        <p:spPr/>
        <p:txBody>
          <a:bodyPr/>
          <a:lstStyle/>
          <a:p>
            <a:fld id="{1C8322F6-1C60-46CF-968C-BC20E470F443}" type="datetimeFigureOut">
              <a:rPr lang="en-US" smtClean="0"/>
              <a:t>12/2/2024</a:t>
            </a:fld>
            <a:endParaRPr lang="en-US"/>
          </a:p>
        </p:txBody>
      </p:sp>
      <p:sp>
        <p:nvSpPr>
          <p:cNvPr id="5" name="Footer Placeholder 4">
            <a:extLst>
              <a:ext uri="{FF2B5EF4-FFF2-40B4-BE49-F238E27FC236}">
                <a16:creationId xmlns:a16="http://schemas.microsoft.com/office/drawing/2014/main" id="{1A7A6840-AC0B-4260-8368-08E0A22D22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A5DAB8-EC07-4CCF-96EA-5D8ACDAE6E48}"/>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7" name="Straight Connector 6">
            <a:extLst>
              <a:ext uri="{FF2B5EF4-FFF2-40B4-BE49-F238E27FC236}">
                <a16:creationId xmlns:a16="http://schemas.microsoft.com/office/drawing/2014/main" id="{0438F1AC-9961-4786-A189-20863DD97F68}"/>
              </a:ext>
            </a:extLst>
          </p:cNvPr>
          <p:cNvCxnSpPr>
            <a:cxnSpLocks/>
          </p:cNvCxnSpPr>
          <p:nvPr/>
        </p:nvCxnSpPr>
        <p:spPr>
          <a:xfrm flipH="1">
            <a:off x="571500" y="1780979"/>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69549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75F678-EC03-4845-A51B-C90FA6A15491}"/>
              </a:ext>
            </a:extLst>
          </p:cNvPr>
          <p:cNvSpPr>
            <a:spLocks noGrp="1"/>
          </p:cNvSpPr>
          <p:nvPr>
            <p:ph type="title" orient="vert"/>
          </p:nvPr>
        </p:nvSpPr>
        <p:spPr>
          <a:xfrm>
            <a:off x="9177953" y="797251"/>
            <a:ext cx="2483929" cy="5283785"/>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74A8B4D-A39F-4528-975A-9C84BEE778DF}"/>
              </a:ext>
            </a:extLst>
          </p:cNvPr>
          <p:cNvSpPr>
            <a:spLocks noGrp="1"/>
          </p:cNvSpPr>
          <p:nvPr>
            <p:ph type="body" orient="vert" idx="1"/>
          </p:nvPr>
        </p:nvSpPr>
        <p:spPr>
          <a:xfrm>
            <a:off x="566094" y="797251"/>
            <a:ext cx="8101072" cy="528378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5E4A23-6984-4AD1-A51D-600EDC263543}"/>
              </a:ext>
            </a:extLst>
          </p:cNvPr>
          <p:cNvSpPr>
            <a:spLocks noGrp="1"/>
          </p:cNvSpPr>
          <p:nvPr>
            <p:ph type="dt" sz="half" idx="10"/>
          </p:nvPr>
        </p:nvSpPr>
        <p:spPr/>
        <p:txBody>
          <a:bodyPr/>
          <a:lstStyle/>
          <a:p>
            <a:fld id="{1C8322F6-1C60-46CF-968C-BC20E470F443}" type="datetimeFigureOut">
              <a:rPr lang="en-US" smtClean="0"/>
              <a:t>12/2/2024</a:t>
            </a:fld>
            <a:endParaRPr lang="en-US"/>
          </a:p>
        </p:txBody>
      </p:sp>
      <p:sp>
        <p:nvSpPr>
          <p:cNvPr id="5" name="Footer Placeholder 4">
            <a:extLst>
              <a:ext uri="{FF2B5EF4-FFF2-40B4-BE49-F238E27FC236}">
                <a16:creationId xmlns:a16="http://schemas.microsoft.com/office/drawing/2014/main" id="{A9273E28-C341-49CC-BAAB-0C0D198212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26D54A-8E86-4026-8DD0-5B0979BB8C78}"/>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7" name="Straight Connector 6">
            <a:extLst>
              <a:ext uri="{FF2B5EF4-FFF2-40B4-BE49-F238E27FC236}">
                <a16:creationId xmlns:a16="http://schemas.microsoft.com/office/drawing/2014/main" id="{1CB05DA4-DF32-4D7A-9E4D-36309C90C5BB}"/>
              </a:ext>
            </a:extLst>
          </p:cNvPr>
          <p:cNvCxnSpPr>
            <a:cxnSpLocks/>
          </p:cNvCxnSpPr>
          <p:nvPr/>
        </p:nvCxnSpPr>
        <p:spPr>
          <a:xfrm flipH="1">
            <a:off x="566094" y="57711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7CC7262-4997-41E4-976D-BA82E148280F}"/>
              </a:ext>
            </a:extLst>
          </p:cNvPr>
          <p:cNvCxnSpPr>
            <a:cxnSpLocks/>
          </p:cNvCxnSpPr>
          <p:nvPr/>
        </p:nvCxnSpPr>
        <p:spPr>
          <a:xfrm flipV="1">
            <a:off x="8875226" y="571500"/>
            <a:ext cx="0" cy="57114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F5063B5-E478-4C41-AD40-49A39AE07429}"/>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98934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E1467D-9ED1-4211-A71E-41C91C755C9D}"/>
              </a:ext>
            </a:extLst>
          </p:cNvPr>
          <p:cNvSpPr>
            <a:spLocks noGrp="1"/>
          </p:cNvSpPr>
          <p:nvPr>
            <p:ph type="title"/>
          </p:nvPr>
        </p:nvSpPr>
        <p:spPr>
          <a:xfrm>
            <a:off x="571500" y="689289"/>
            <a:ext cx="11049000" cy="1084101"/>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1F8A6A1-C9C7-4FDF-B4DA-1E86B6A355F8}"/>
              </a:ext>
            </a:extLst>
          </p:cNvPr>
          <p:cNvSpPr>
            <a:spLocks noGrp="1"/>
          </p:cNvSpPr>
          <p:nvPr>
            <p:ph type="body" idx="1"/>
          </p:nvPr>
        </p:nvSpPr>
        <p:spPr>
          <a:xfrm>
            <a:off x="571499" y="2075688"/>
            <a:ext cx="11059811" cy="38180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ACC44A-C635-4CD0-90E9-D9503AF4CCF2}"/>
              </a:ext>
            </a:extLst>
          </p:cNvPr>
          <p:cNvSpPr>
            <a:spLocks noGrp="1"/>
          </p:cNvSpPr>
          <p:nvPr>
            <p:ph type="dt" sz="half" idx="2"/>
          </p:nvPr>
        </p:nvSpPr>
        <p:spPr>
          <a:xfrm>
            <a:off x="8036732" y="6397103"/>
            <a:ext cx="3091928" cy="365125"/>
          </a:xfrm>
          <a:prstGeom prst="rect">
            <a:avLst/>
          </a:prstGeom>
        </p:spPr>
        <p:txBody>
          <a:bodyPr vert="horz" lIns="91440" tIns="45720" rIns="91440" bIns="45720" rtlCol="0" anchor="ctr"/>
          <a:lstStyle>
            <a:lvl1pPr algn="r">
              <a:defRPr sz="800" cap="all" spc="200" baseline="0">
                <a:solidFill>
                  <a:schemeClr val="tx1"/>
                </a:solidFill>
              </a:defRPr>
            </a:lvl1pPr>
          </a:lstStyle>
          <a:p>
            <a:fld id="{1C8322F6-1C60-46CF-968C-BC20E470F443}" type="datetimeFigureOut">
              <a:rPr lang="en-US" smtClean="0"/>
              <a:t>12/2/2024</a:t>
            </a:fld>
            <a:endParaRPr lang="en-US"/>
          </a:p>
        </p:txBody>
      </p:sp>
      <p:sp>
        <p:nvSpPr>
          <p:cNvPr id="5" name="Footer Placeholder 4">
            <a:extLst>
              <a:ext uri="{FF2B5EF4-FFF2-40B4-BE49-F238E27FC236}">
                <a16:creationId xmlns:a16="http://schemas.microsoft.com/office/drawing/2014/main" id="{58ABF682-1A47-492C-81E3-9DB0A50ECB1F}"/>
              </a:ext>
            </a:extLst>
          </p:cNvPr>
          <p:cNvSpPr>
            <a:spLocks noGrp="1"/>
          </p:cNvSpPr>
          <p:nvPr>
            <p:ph type="ftr" sz="quarter" idx="3"/>
          </p:nvPr>
        </p:nvSpPr>
        <p:spPr>
          <a:xfrm>
            <a:off x="475782" y="6397103"/>
            <a:ext cx="4114800" cy="365125"/>
          </a:xfrm>
          <a:prstGeom prst="rect">
            <a:avLst/>
          </a:prstGeom>
        </p:spPr>
        <p:txBody>
          <a:bodyPr vert="horz" lIns="91440" tIns="45720" rIns="91440" bIns="45720" rtlCol="0" anchor="ctr"/>
          <a:lstStyle>
            <a:lvl1pPr algn="l">
              <a:defRPr sz="800" cap="all" spc="20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6CCC814B-9105-44ED-98A9-D326B2E2605C}"/>
              </a:ext>
            </a:extLst>
          </p:cNvPr>
          <p:cNvSpPr>
            <a:spLocks noGrp="1"/>
          </p:cNvSpPr>
          <p:nvPr>
            <p:ph type="sldNum" sz="quarter" idx="4"/>
          </p:nvPr>
        </p:nvSpPr>
        <p:spPr>
          <a:xfrm>
            <a:off x="11024553" y="6397103"/>
            <a:ext cx="700775" cy="365125"/>
          </a:xfrm>
          <a:prstGeom prst="rect">
            <a:avLst/>
          </a:prstGeom>
        </p:spPr>
        <p:txBody>
          <a:bodyPr vert="horz" lIns="91440" tIns="45720" rIns="91440" bIns="45720" rtlCol="0" anchor="ctr"/>
          <a:lstStyle>
            <a:lvl1pPr algn="r">
              <a:defRPr sz="800">
                <a:solidFill>
                  <a:schemeClr val="tx1"/>
                </a:solidFill>
              </a:defRPr>
            </a:lvl1pPr>
          </a:lstStyle>
          <a:p>
            <a:fld id="{5EEB83C2-341F-4C28-A243-1C56DDDA54D3}" type="slidenum">
              <a:rPr lang="en-US" smtClean="0"/>
              <a:t>‹#›</a:t>
            </a:fld>
            <a:endParaRPr lang="en-US"/>
          </a:p>
        </p:txBody>
      </p:sp>
      <p:cxnSp>
        <p:nvCxnSpPr>
          <p:cNvPr id="20" name="Straight Connector 19">
            <a:extLst>
              <a:ext uri="{FF2B5EF4-FFF2-40B4-BE49-F238E27FC236}">
                <a16:creationId xmlns:a16="http://schemas.microsoft.com/office/drawing/2014/main" id="{A6814345-41DE-42C5-8657-66C1417DF81A}"/>
              </a:ext>
            </a:extLst>
          </p:cNvPr>
          <p:cNvCxnSpPr>
            <a:cxnSpLocks/>
          </p:cNvCxnSpPr>
          <p:nvPr/>
        </p:nvCxnSpPr>
        <p:spPr>
          <a:xfrm flipH="1">
            <a:off x="566094" y="6286347"/>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7E68E419-3727-4F5E-8840-AF149B33B0B7}"/>
              </a:ext>
            </a:extLst>
          </p:cNvPr>
          <p:cNvCxnSpPr>
            <a:cxnSpLocks/>
          </p:cNvCxnSpPr>
          <p:nvPr/>
        </p:nvCxnSpPr>
        <p:spPr>
          <a:xfrm flipH="1">
            <a:off x="577485" y="1883336"/>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519B6EC-D7AE-452F-8D0C-D11BD3377F3E}"/>
              </a:ext>
            </a:extLst>
          </p:cNvPr>
          <p:cNvCxnSpPr>
            <a:cxnSpLocks/>
          </p:cNvCxnSpPr>
          <p:nvPr/>
        </p:nvCxnSpPr>
        <p:spPr>
          <a:xfrm flipH="1">
            <a:off x="577485"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9818270"/>
      </p:ext>
    </p:extLst>
  </p:cSld>
  <p:clrMap bg1="lt1" tx1="dk1" bg2="lt2" tx2="dk2" accent1="accent1" accent2="accent2" accent3="accent3" accent4="accent4" accent5="accent5" accent6="accent6" hlink="hlink" folHlink="folHlink"/>
  <p:sldLayoutIdLst>
    <p:sldLayoutId id="2147484045" r:id="rId1"/>
    <p:sldLayoutId id="2147484046" r:id="rId2"/>
    <p:sldLayoutId id="2147484047" r:id="rId3"/>
    <p:sldLayoutId id="2147484048" r:id="rId4"/>
    <p:sldLayoutId id="2147484049" r:id="rId5"/>
    <p:sldLayoutId id="2147484055" r:id="rId6"/>
    <p:sldLayoutId id="2147484050" r:id="rId7"/>
    <p:sldLayoutId id="2147484051" r:id="rId8"/>
    <p:sldLayoutId id="2147484052" r:id="rId9"/>
    <p:sldLayoutId id="2147484054" r:id="rId10"/>
    <p:sldLayoutId id="2147484053" r:id="rId11"/>
  </p:sldLayoutIdLst>
  <p:txStyles>
    <p:titleStyle>
      <a:lvl1pPr algn="l" defTabSz="914400" rtl="0" eaLnBrk="1" latinLnBrk="0" hangingPunct="1">
        <a:lnSpc>
          <a:spcPct val="90000"/>
        </a:lnSpc>
        <a:spcBef>
          <a:spcPct val="0"/>
        </a:spcBef>
        <a:buNone/>
        <a:defRPr sz="4000" kern="1200" spc="-100" baseline="0">
          <a:solidFill>
            <a:schemeClr val="tx1"/>
          </a:solidFill>
          <a:latin typeface="Batang" panose="02030600000101010101" pitchFamily="18" charset="-127"/>
          <a:ea typeface="Batang" panose="02030600000101010101" pitchFamily="18" charset="-127"/>
          <a:cs typeface="+mj-cs"/>
        </a:defRPr>
      </a:lvl1pPr>
    </p:titleStyle>
    <p:bodyStyle>
      <a:lvl1pPr marL="228600" indent="-228600" algn="l" defTabSz="914400" rtl="0" eaLnBrk="1" latinLnBrk="0" hangingPunct="1">
        <a:lnSpc>
          <a:spcPct val="120000"/>
        </a:lnSpc>
        <a:spcBef>
          <a:spcPts val="1000"/>
        </a:spcBef>
        <a:buSzPct val="80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SzPct val="80000"/>
        <a:buFont typeface="Avenir Next LT Pro Light" panose="020B03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0000"/>
        <a:buFont typeface="Arial" panose="020B06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20000"/>
        </a:lnSpc>
        <a:spcBef>
          <a:spcPts val="500"/>
        </a:spcBef>
        <a:buSzPct val="80000"/>
        <a:buFont typeface="Avenir Next LT Pro Light" panose="020B0304020202020204" pitchFamily="34" charset="0"/>
        <a:buChar char="–"/>
        <a:defRPr sz="1400" kern="1200">
          <a:solidFill>
            <a:schemeClr val="tx1"/>
          </a:solidFill>
          <a:latin typeface="+mn-lt"/>
          <a:ea typeface="+mn-ea"/>
          <a:cs typeface="+mn-cs"/>
        </a:defRPr>
      </a:lvl4pPr>
      <a:lvl5pPr marL="1280160" indent="-228600" algn="l" defTabSz="914400" rtl="0" eaLnBrk="1" latinLnBrk="0" hangingPunct="1">
        <a:lnSpc>
          <a:spcPct val="12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transfermarkt.com/valencia-cf/leistungsdaten/verein/1049/reldata/ES1%262024" TargetMode="External"/><Relationship Id="rId7" Type="http://schemas.openxmlformats.org/officeDocument/2006/relationships/hyperlink" Target="https://www.statmuse.com/fc/ask?q=valencia+home+records+2023%2F2024+season" TargetMode="External"/><Relationship Id="rId2" Type="http://schemas.openxmlformats.org/officeDocument/2006/relationships/hyperlink" Target="https://www.valenciacf.com/en-baraja-for-me-coaching-valencia-cf-is-my-lifelong-dream-2023-02-15" TargetMode="External"/><Relationship Id="rId1" Type="http://schemas.openxmlformats.org/officeDocument/2006/relationships/slideLayout" Target="../slideLayouts/slideLayout2.xml"/><Relationship Id="rId6" Type="http://schemas.openxmlformats.org/officeDocument/2006/relationships/hyperlink" Target="https://www.lasource.io/news/interview-with-franco-segarra-innovation-director-at-valencia-cf" TargetMode="External"/><Relationship Id="rId5" Type="http://schemas.openxmlformats.org/officeDocument/2006/relationships/hyperlink" Target="https://www.valenciacf.com/en-valencia-cf-and-zeus-to-collaborate-on-data-analysis-2021-06-10" TargetMode="External"/><Relationship Id="rId4" Type="http://schemas.openxmlformats.org/officeDocument/2006/relationships/hyperlink" Target="https://www.valenciacf.com/en-dani-roca-blinkfire-analytics-valencia-cf-are-a-global-benchmark-in-sponsor-exposure-on-social-networks-2020-11-0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9" name="Rectangle 88">
            <a:extLst>
              <a:ext uri="{FF2B5EF4-FFF2-40B4-BE49-F238E27FC236}">
                <a16:creationId xmlns:a16="http://schemas.microsoft.com/office/drawing/2014/main" id="{C63AB9E1-499E-41EB-A74E-905920CCDF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82" y="0"/>
            <a:ext cx="1219878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61DCDA5-CA95-EEEF-3890-22161F1221BC}"/>
              </a:ext>
            </a:extLst>
          </p:cNvPr>
          <p:cNvSpPr>
            <a:spLocks noGrp="1"/>
          </p:cNvSpPr>
          <p:nvPr>
            <p:ph type="ctrTitle"/>
          </p:nvPr>
        </p:nvSpPr>
        <p:spPr>
          <a:xfrm>
            <a:off x="520601" y="4840264"/>
            <a:ext cx="8044280" cy="1215547"/>
          </a:xfrm>
        </p:spPr>
        <p:txBody>
          <a:bodyPr anchor="ctr">
            <a:normAutofit/>
          </a:bodyPr>
          <a:lstStyle/>
          <a:p>
            <a:r>
              <a:rPr lang="en-US" sz="3000" b="1">
                <a:effectLst/>
                <a:latin typeface="Aptos" panose="020B0004020202020204" pitchFamily="34" charset="0"/>
                <a:ea typeface="Aptos" panose="020B0004020202020204" pitchFamily="34" charset="0"/>
                <a:cs typeface="Times New Roman" panose="02020603050405020304" pitchFamily="18" charset="0"/>
              </a:rPr>
              <a:t>Head Coach Retention Decision &amp; Overall Team Performance Improvements - Valencia C.F</a:t>
            </a:r>
            <a:r>
              <a:rPr lang="es-ES" sz="3000">
                <a:effectLst/>
              </a:rPr>
              <a:t> </a:t>
            </a:r>
            <a:endParaRPr lang="en-US" sz="3000"/>
          </a:p>
        </p:txBody>
      </p:sp>
      <p:sp>
        <p:nvSpPr>
          <p:cNvPr id="3" name="Subtítulo 2">
            <a:extLst>
              <a:ext uri="{FF2B5EF4-FFF2-40B4-BE49-F238E27FC236}">
                <a16:creationId xmlns:a16="http://schemas.microsoft.com/office/drawing/2014/main" id="{B9FB1B11-9673-4698-9C92-EB9441590D38}"/>
              </a:ext>
            </a:extLst>
          </p:cNvPr>
          <p:cNvSpPr>
            <a:spLocks noGrp="1"/>
          </p:cNvSpPr>
          <p:nvPr>
            <p:ph type="subTitle" idx="1"/>
          </p:nvPr>
        </p:nvSpPr>
        <p:spPr>
          <a:xfrm>
            <a:off x="9189720" y="4753342"/>
            <a:ext cx="2519973" cy="1389390"/>
          </a:xfrm>
        </p:spPr>
        <p:txBody>
          <a:bodyPr anchor="ctr">
            <a:normAutofit/>
          </a:bodyPr>
          <a:lstStyle/>
          <a:p>
            <a:pPr>
              <a:lnSpc>
                <a:spcPct val="120000"/>
              </a:lnSpc>
            </a:pPr>
            <a:r>
              <a:rPr lang="en-US" sz="1100"/>
              <a:t>Group 2D: </a:t>
            </a:r>
            <a:r>
              <a:rPr lang="en-US" sz="1100" kern="100">
                <a:effectLst/>
                <a:latin typeface="Aptos" panose="020B0004020202020204" pitchFamily="34" charset="0"/>
                <a:ea typeface="Aptos" panose="020B0004020202020204" pitchFamily="34" charset="0"/>
                <a:cs typeface="Times New Roman" panose="02020603050405020304" pitchFamily="18" charset="0"/>
              </a:rPr>
              <a:t>Daniel Arnold, Salva Ribera Palacios, Luis Rosado, Bharath Yadav </a:t>
            </a:r>
            <a:r>
              <a:rPr lang="en-US" sz="1100" kern="100" err="1">
                <a:effectLst/>
                <a:latin typeface="Aptos" panose="020B0004020202020204" pitchFamily="34" charset="0"/>
                <a:ea typeface="Aptos" panose="020B0004020202020204" pitchFamily="34" charset="0"/>
                <a:cs typeface="Times New Roman" panose="02020603050405020304" pitchFamily="18" charset="0"/>
              </a:rPr>
              <a:t>Golla</a:t>
            </a:r>
            <a:endParaRPr lang="es-ES" sz="11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20000"/>
              </a:lnSpc>
            </a:pPr>
            <a:endParaRPr lang="en-US" sz="1100"/>
          </a:p>
        </p:txBody>
      </p:sp>
      <p:pic>
        <p:nvPicPr>
          <p:cNvPr id="7" name="Imagen 6" descr="Un tren pasando por el campo&#10;&#10;Descripción generada automáticamente">
            <a:extLst>
              <a:ext uri="{FF2B5EF4-FFF2-40B4-BE49-F238E27FC236}">
                <a16:creationId xmlns:a16="http://schemas.microsoft.com/office/drawing/2014/main" id="{ED769FEA-9D76-7BFE-0A5F-C699C27CA111}"/>
              </a:ext>
            </a:extLst>
          </p:cNvPr>
          <p:cNvPicPr>
            <a:picLocks noChangeAspect="1"/>
          </p:cNvPicPr>
          <p:nvPr/>
        </p:nvPicPr>
        <p:blipFill>
          <a:blip r:embed="rId2">
            <a:extLst>
              <a:ext uri="{28A0092B-C50C-407E-A947-70E740481C1C}">
                <a14:useLocalDpi xmlns:a14="http://schemas.microsoft.com/office/drawing/2010/main" val="0"/>
              </a:ext>
            </a:extLst>
          </a:blip>
          <a:srcRect t="31801" b="18557"/>
          <a:stretch/>
        </p:blipFill>
        <p:spPr>
          <a:xfrm>
            <a:off x="-6781" y="1"/>
            <a:ext cx="12198782" cy="4042122"/>
          </a:xfrm>
          <a:prstGeom prst="rect">
            <a:avLst/>
          </a:prstGeom>
        </p:spPr>
      </p:pic>
      <p:cxnSp>
        <p:nvCxnSpPr>
          <p:cNvPr id="91" name="Straight Connector 90">
            <a:extLst>
              <a:ext uri="{FF2B5EF4-FFF2-40B4-BE49-F238E27FC236}">
                <a16:creationId xmlns:a16="http://schemas.microsoft.com/office/drawing/2014/main" id="{CEEA40C4-6B9E-4B9E-8CDF-A0C572462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5869" y="4610607"/>
            <a:ext cx="110547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0A54810C-5CC0-45D3-BD8F-C4407F92F56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77300" y="4610607"/>
            <a:ext cx="0" cy="16748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AE458AAC-F667-498F-A263-A8C7AB4FC9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1819" y="6289514"/>
            <a:ext cx="110547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0469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BAF395E-7D52-496C-ACDD-468AEC1ADF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5588CA1-FDFE-ABF6-26A4-1C2CDF573B2D}"/>
              </a:ext>
            </a:extLst>
          </p:cNvPr>
          <p:cNvSpPr>
            <a:spLocks noGrp="1"/>
          </p:cNvSpPr>
          <p:nvPr>
            <p:ph type="title"/>
          </p:nvPr>
        </p:nvSpPr>
        <p:spPr>
          <a:xfrm>
            <a:off x="568833" y="853059"/>
            <a:ext cx="5529166" cy="793375"/>
          </a:xfrm>
        </p:spPr>
        <p:txBody>
          <a:bodyPr anchor="t">
            <a:normAutofit/>
          </a:bodyPr>
          <a:lstStyle/>
          <a:p>
            <a:pPr algn="ctr"/>
            <a:r>
              <a:rPr lang="en-US" sz="3700" b="1" i="0" u="sng" cap="all">
                <a:effectLst/>
                <a:latin typeface="Tw Cen MT"/>
                <a:ea typeface="Batang"/>
              </a:rPr>
              <a:t>Overview</a:t>
            </a:r>
            <a:endParaRPr lang="en-US" sz="3700" u="sng" cap="all">
              <a:latin typeface="Tw Cen MT"/>
            </a:endParaRPr>
          </a:p>
        </p:txBody>
      </p:sp>
      <p:cxnSp>
        <p:nvCxnSpPr>
          <p:cNvPr id="12" name="Straight Connector 11">
            <a:extLst>
              <a:ext uri="{FF2B5EF4-FFF2-40B4-BE49-F238E27FC236}">
                <a16:creationId xmlns:a16="http://schemas.microsoft.com/office/drawing/2014/main" id="{56BAADB1-054E-4A82-8D07-643BD1F433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8602" y="576201"/>
            <a:ext cx="110547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E013BFD5-7B9C-55FE-25F8-ED728548AF7A}"/>
              </a:ext>
            </a:extLst>
          </p:cNvPr>
          <p:cNvSpPr>
            <a:spLocks noGrp="1"/>
          </p:cNvSpPr>
          <p:nvPr>
            <p:ph idx="1"/>
          </p:nvPr>
        </p:nvSpPr>
        <p:spPr>
          <a:xfrm>
            <a:off x="571501" y="1640536"/>
            <a:ext cx="5515066" cy="4494705"/>
          </a:xfrm>
        </p:spPr>
        <p:txBody>
          <a:bodyPr anchor="b">
            <a:normAutofit/>
          </a:bodyPr>
          <a:lstStyle/>
          <a:p>
            <a:pPr fontAlgn="base"/>
            <a:r>
              <a:rPr lang="en-US" sz="2200" b="1" i="0" u="sng">
                <a:effectLst/>
                <a:latin typeface="Avenir Next LT Pro Light"/>
              </a:rPr>
              <a:t>Goal</a:t>
            </a:r>
            <a:r>
              <a:rPr lang="en-US" sz="2200" b="1" i="0" u="sng" strike="noStrike">
                <a:effectLst/>
                <a:latin typeface="Avenir Next LT Pro Light"/>
              </a:rPr>
              <a:t>:</a:t>
            </a:r>
            <a:r>
              <a:rPr lang="en-US" sz="2200" b="0" i="0" u="none" strike="noStrike">
                <a:effectLst/>
                <a:latin typeface="Avenir Next LT Pro Light"/>
              </a:rPr>
              <a:t> To decide whether or not to retain </a:t>
            </a:r>
            <a:r>
              <a:rPr lang="en-US" sz="2200">
                <a:latin typeface="Avenir Next LT Pro Light"/>
              </a:rPr>
              <a:t> </a:t>
            </a:r>
            <a:r>
              <a:rPr lang="en-US" sz="2200" b="0" i="0" u="none" strike="noStrike">
                <a:effectLst/>
                <a:latin typeface="Avenir Next LT Pro Light"/>
              </a:rPr>
              <a:t>the head coach</a:t>
            </a:r>
            <a:r>
              <a:rPr lang="en-US" sz="2200" b="0" i="0">
                <a:effectLst/>
                <a:latin typeface="Avenir Next LT Pro Light"/>
              </a:rPr>
              <a:t>​</a:t>
            </a:r>
            <a:r>
              <a:rPr lang="en-US" sz="2200">
                <a:latin typeface="Avenir Next LT Pro Light"/>
              </a:rPr>
              <a:t> and added</a:t>
            </a:r>
            <a:r>
              <a:rPr lang="en-US" sz="2200" b="0" i="0" u="none" strike="noStrike">
                <a:effectLst/>
                <a:latin typeface="Avenir Next LT Pro Light"/>
              </a:rPr>
              <a:t> a bonus to the organization – overall team improvements</a:t>
            </a:r>
            <a:r>
              <a:rPr lang="en-US" sz="2200" b="0" i="0">
                <a:effectLst/>
                <a:latin typeface="Avenir Next LT Pro Light"/>
              </a:rPr>
              <a:t>​</a:t>
            </a:r>
            <a:endParaRPr lang="en-US" sz="2200"/>
          </a:p>
          <a:p>
            <a:pPr fontAlgn="base"/>
            <a:r>
              <a:rPr lang="en-US" sz="2200" b="1" u="sng">
                <a:latin typeface="Avenir Next LT Pro Light"/>
              </a:rPr>
              <a:t>Techniques</a:t>
            </a:r>
            <a:r>
              <a:rPr lang="en-US" sz="2200" b="1" i="0" u="sng" strike="noStrike">
                <a:effectLst/>
                <a:latin typeface="Avenir Next LT Pro Light"/>
              </a:rPr>
              <a:t>:</a:t>
            </a:r>
            <a:r>
              <a:rPr lang="en-US" sz="2200" b="0" i="0" u="none" strike="noStrike">
                <a:effectLst/>
                <a:latin typeface="Avenir Next LT Pro Light"/>
              </a:rPr>
              <a:t> </a:t>
            </a:r>
            <a:r>
              <a:rPr lang="en-US" sz="2200">
                <a:latin typeface="Avenir Next LT Pro Light"/>
              </a:rPr>
              <a:t>Multiple linear</a:t>
            </a:r>
            <a:r>
              <a:rPr lang="en-US" sz="2200" b="0" i="0" u="none" strike="noStrike">
                <a:effectLst/>
                <a:latin typeface="Avenir Next LT Pro Light"/>
              </a:rPr>
              <a:t> regression analysis</a:t>
            </a:r>
            <a:r>
              <a:rPr lang="en-US" sz="2200">
                <a:latin typeface="Avenir Next LT Pro Light"/>
              </a:rPr>
              <a:t>, logistic regression analysis, &amp; time series analysis</a:t>
            </a:r>
            <a:endParaRPr lang="en-US" sz="2200" b="0" i="0">
              <a:effectLst/>
              <a:latin typeface="Avenir Next LT Pro Light"/>
            </a:endParaRPr>
          </a:p>
          <a:p>
            <a:pPr rtl="0" fontAlgn="base">
              <a:buFont typeface="Arial" panose="020B0604020202020204" pitchFamily="34" charset="0"/>
              <a:buChar char="•"/>
            </a:pPr>
            <a:r>
              <a:rPr lang="en-US" sz="2200" b="1" i="0" u="sng">
                <a:effectLst/>
                <a:latin typeface="Avenir Next LT Pro Light"/>
              </a:rPr>
              <a:t>Problems</a:t>
            </a:r>
            <a:r>
              <a:rPr lang="en-US" sz="2200" b="1" i="0" u="sng" strike="noStrike">
                <a:effectLst/>
                <a:latin typeface="Avenir Next LT Pro Light"/>
              </a:rPr>
              <a:t>:</a:t>
            </a:r>
            <a:r>
              <a:rPr lang="en-US" sz="2200" b="0" i="0" u="none" strike="noStrike">
                <a:effectLst/>
                <a:latin typeface="Avenir Next LT Pro Light"/>
              </a:rPr>
              <a:t> Data sources, formatting &amp; cleaning data, answering the actual </a:t>
            </a:r>
            <a:r>
              <a:rPr lang="en-US" sz="2200" b="0" i="0" u="none" strike="noStrike" err="1">
                <a:effectLst/>
                <a:latin typeface="Avenir Next LT Pro Light"/>
              </a:rPr>
              <a:t>boolean</a:t>
            </a:r>
            <a:r>
              <a:rPr lang="en-US" sz="2200" b="0" i="0" u="none" strike="noStrike">
                <a:effectLst/>
                <a:latin typeface="Avenir Next LT Pro Light"/>
              </a:rPr>
              <a:t> question about the coach.</a:t>
            </a:r>
            <a:endParaRPr lang="en-US" sz="2200" b="0" i="0">
              <a:effectLst/>
              <a:latin typeface="Avenir Next LT Pro Light"/>
            </a:endParaRPr>
          </a:p>
          <a:p>
            <a:endParaRPr lang="en-US" sz="2200"/>
          </a:p>
        </p:txBody>
      </p:sp>
      <p:cxnSp>
        <p:nvCxnSpPr>
          <p:cNvPr id="14" name="Straight Connector 13">
            <a:extLst>
              <a:ext uri="{FF2B5EF4-FFF2-40B4-BE49-F238E27FC236}">
                <a16:creationId xmlns:a16="http://schemas.microsoft.com/office/drawing/2014/main" id="{B3121654-FB13-441C-AB60-76710D917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629400"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Imagen 4" descr="Logotipo&#10;&#10;Descripción generada automáticamente">
            <a:extLst>
              <a:ext uri="{FF2B5EF4-FFF2-40B4-BE49-F238E27FC236}">
                <a16:creationId xmlns:a16="http://schemas.microsoft.com/office/drawing/2014/main" id="{389AD6B4-7CC5-6066-E59A-76684A384D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25478" y="850624"/>
            <a:ext cx="4084275" cy="5153662"/>
          </a:xfrm>
          <a:prstGeom prst="rect">
            <a:avLst/>
          </a:prstGeom>
        </p:spPr>
      </p:pic>
      <p:cxnSp>
        <p:nvCxnSpPr>
          <p:cNvPr id="16" name="Straight Connector 15">
            <a:extLst>
              <a:ext uri="{FF2B5EF4-FFF2-40B4-BE49-F238E27FC236}">
                <a16:creationId xmlns:a16="http://schemas.microsoft.com/office/drawing/2014/main" id="{C58D2D3E-B980-4D6F-BBFB-DF7A3A9472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71500" y="6286500"/>
            <a:ext cx="110547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91415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EBAF395E-7D52-496C-ACDD-468AEC1ADF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CD47329-5371-55B7-43F3-2C88AED8AEAF}"/>
              </a:ext>
            </a:extLst>
          </p:cNvPr>
          <p:cNvSpPr>
            <a:spLocks noGrp="1"/>
          </p:cNvSpPr>
          <p:nvPr>
            <p:ph type="title"/>
          </p:nvPr>
        </p:nvSpPr>
        <p:spPr>
          <a:xfrm>
            <a:off x="521207" y="786384"/>
            <a:ext cx="3898387" cy="2008193"/>
          </a:xfrm>
        </p:spPr>
        <p:txBody>
          <a:bodyPr anchor="t">
            <a:normAutofit/>
          </a:bodyPr>
          <a:lstStyle/>
          <a:p>
            <a:r>
              <a:rPr lang="en-US" b="0" i="0" u="sng" strike="noStrike" cap="all">
                <a:effectLst/>
                <a:latin typeface="Tw Cen MT"/>
                <a:ea typeface="Batang"/>
              </a:rPr>
              <a:t>Background </a:t>
            </a:r>
            <a:r>
              <a:rPr lang="en-US" u="sng" cap="all">
                <a:latin typeface="Tw Cen MT"/>
                <a:ea typeface="Batang"/>
              </a:rPr>
              <a:t>oF</a:t>
            </a:r>
            <a:r>
              <a:rPr lang="en-US" b="0" i="0" u="sng" strike="noStrike" cap="all">
                <a:effectLst/>
                <a:latin typeface="Tw Cen MT"/>
                <a:ea typeface="Batang"/>
              </a:rPr>
              <a:t> Valencia </a:t>
            </a:r>
            <a:r>
              <a:rPr lang="en-US" u="sng" cap="all">
                <a:latin typeface="Tw Cen MT"/>
                <a:ea typeface="Batang"/>
              </a:rPr>
              <a:t>C.F</a:t>
            </a:r>
            <a:r>
              <a:rPr lang="en-US" b="0" i="0" u="sng">
                <a:effectLst/>
                <a:latin typeface="Tw Cen MT"/>
                <a:ea typeface="Batang"/>
              </a:rPr>
              <a:t>​</a:t>
            </a:r>
            <a:endParaRPr lang="en-US" u="sng">
              <a:latin typeface="Tw Cen MT"/>
              <a:ea typeface="Batang"/>
            </a:endParaRPr>
          </a:p>
        </p:txBody>
      </p:sp>
      <p:cxnSp>
        <p:nvCxnSpPr>
          <p:cNvPr id="25" name="Straight Connector 24">
            <a:extLst>
              <a:ext uri="{FF2B5EF4-FFF2-40B4-BE49-F238E27FC236}">
                <a16:creationId xmlns:a16="http://schemas.microsoft.com/office/drawing/2014/main" id="{56BAADB1-054E-4A82-8D07-643BD1F433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8602" y="576201"/>
            <a:ext cx="110547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05D23091-2B0C-0E6F-C527-0C25F5C22138}"/>
              </a:ext>
            </a:extLst>
          </p:cNvPr>
          <p:cNvSpPr>
            <a:spLocks noGrp="1"/>
          </p:cNvSpPr>
          <p:nvPr>
            <p:ph idx="1"/>
          </p:nvPr>
        </p:nvSpPr>
        <p:spPr>
          <a:xfrm>
            <a:off x="573521" y="1981152"/>
            <a:ext cx="3702319" cy="4090464"/>
          </a:xfrm>
        </p:spPr>
        <p:txBody>
          <a:bodyPr anchor="b">
            <a:normAutofit fontScale="85000" lnSpcReduction="20000"/>
          </a:bodyPr>
          <a:lstStyle/>
          <a:p>
            <a:pPr rtl="0" fontAlgn="base">
              <a:lnSpc>
                <a:spcPct val="110000"/>
              </a:lnSpc>
              <a:buFont typeface="Arial" panose="020B0604020202020204" pitchFamily="34" charset="0"/>
              <a:buChar char="•"/>
            </a:pPr>
            <a:r>
              <a:rPr lang="en-US" sz="1400" b="0" i="0" u="none" strike="noStrike">
                <a:effectLst/>
                <a:latin typeface="Avenir Next LT Pro Light"/>
              </a:rPr>
              <a:t>One of the most renowned soccer teams in Spain, known for its rich history and success. Historically, it was a strong contender in La Liga, often ranking high in the league standings</a:t>
            </a:r>
            <a:r>
              <a:rPr lang="en-US" sz="1400" b="0" i="0">
                <a:effectLst/>
                <a:latin typeface="Avenir Next LT Pro Light"/>
              </a:rPr>
              <a:t>​</a:t>
            </a:r>
          </a:p>
          <a:p>
            <a:pPr rtl="0" fontAlgn="base">
              <a:lnSpc>
                <a:spcPct val="110000"/>
              </a:lnSpc>
              <a:buFont typeface="Arial" panose="020B0604020202020204" pitchFamily="34" charset="0"/>
              <a:buChar char="•"/>
            </a:pPr>
            <a:r>
              <a:rPr lang="en-US" sz="1400" b="0" i="0" u="none" strike="noStrike">
                <a:effectLst/>
                <a:latin typeface="Avenir Next LT Pro Light"/>
              </a:rPr>
              <a:t>Purchased by Singaporean businessman Peter Lim in 2014 for approximately €94 million.</a:t>
            </a:r>
            <a:r>
              <a:rPr lang="en-US" sz="1400" b="0" i="0">
                <a:effectLst/>
                <a:latin typeface="Avenir Next LT Pro Light"/>
              </a:rPr>
              <a:t>​</a:t>
            </a:r>
          </a:p>
          <a:p>
            <a:pPr marL="0" indent="0" rtl="0" fontAlgn="base">
              <a:lnSpc>
                <a:spcPct val="110000"/>
              </a:lnSpc>
              <a:buNone/>
            </a:pPr>
            <a:r>
              <a:rPr lang="en-US" sz="1400" b="1" i="0">
                <a:effectLst/>
                <a:latin typeface="Avenir Next LT Pro Light"/>
              </a:rPr>
              <a:t>Since being acquired:</a:t>
            </a:r>
            <a:r>
              <a:rPr lang="en-US" sz="1400" b="0" i="0">
                <a:effectLst/>
                <a:latin typeface="Avenir Next LT Pro Light"/>
              </a:rPr>
              <a:t>​</a:t>
            </a:r>
          </a:p>
          <a:p>
            <a:pPr rtl="0" fontAlgn="base">
              <a:lnSpc>
                <a:spcPct val="110000"/>
              </a:lnSpc>
              <a:buFont typeface="Arial" panose="020B0604020202020204" pitchFamily="34" charset="0"/>
              <a:buChar char="•"/>
            </a:pPr>
            <a:r>
              <a:rPr lang="en-US" sz="1400" b="0" i="0" u="none" strike="noStrike">
                <a:effectLst/>
                <a:latin typeface="Avenir Next LT Pro Light"/>
              </a:rPr>
              <a:t>Criticized for a lack of transparency and effective leadership under its manager, president, and directors, leading to discontent among supporters and frustration over inconsistent results &amp; tactics.</a:t>
            </a:r>
            <a:r>
              <a:rPr lang="en-US" sz="1400" b="0" i="0">
                <a:effectLst/>
                <a:latin typeface="Avenir Next LT Pro Light"/>
              </a:rPr>
              <a:t>​</a:t>
            </a:r>
          </a:p>
          <a:p>
            <a:pPr rtl="0" fontAlgn="base">
              <a:lnSpc>
                <a:spcPct val="110000"/>
              </a:lnSpc>
              <a:buFont typeface="Arial" panose="020B0604020202020204" pitchFamily="34" charset="0"/>
              <a:buChar char="•"/>
            </a:pPr>
            <a:r>
              <a:rPr lang="en-US" sz="1400" b="0" i="0" u="none" strike="noStrike">
                <a:effectLst/>
                <a:latin typeface="Avenir Next LT Pro Light"/>
              </a:rPr>
              <a:t>Valencia CF has experienced a notably high turnover of managers in recent years, reflecting ongoing instability within the club and inconsistency in the team's performance</a:t>
            </a:r>
            <a:r>
              <a:rPr lang="en-US" sz="1400" b="0" i="0">
                <a:effectLst/>
                <a:latin typeface="Avenir Next LT Pro Light"/>
              </a:rPr>
              <a:t>​</a:t>
            </a:r>
          </a:p>
          <a:p>
            <a:pPr rtl="0" fontAlgn="base">
              <a:lnSpc>
                <a:spcPct val="110000"/>
              </a:lnSpc>
              <a:buFont typeface="Arial" panose="020B0604020202020204" pitchFamily="34" charset="0"/>
              <a:buChar char="•"/>
            </a:pPr>
            <a:r>
              <a:rPr lang="en-US" sz="1400" b="0" i="0" u="none" strike="noStrike">
                <a:effectLst/>
                <a:latin typeface="Avenir Next LT Pro Light"/>
              </a:rPr>
              <a:t>Currently, in the 2024/2025 season, </a:t>
            </a:r>
            <a:r>
              <a:rPr lang="en-US" sz="1400" b="0" i="0">
                <a:effectLst/>
                <a:latin typeface="Avenir Next LT Pro Light"/>
              </a:rPr>
              <a:t>the club is facing relegation</a:t>
            </a:r>
            <a:r>
              <a:rPr lang="en-US" sz="1400" b="0" i="0" u="none" strike="noStrike">
                <a:effectLst/>
                <a:latin typeface="Avenir Next LT Pro Light"/>
              </a:rPr>
              <a:t>, enduring one of its worst starts in recent history.</a:t>
            </a:r>
            <a:endParaRPr lang="en-US" sz="1400" b="0" i="0">
              <a:effectLst/>
              <a:latin typeface="Avenir Next LT Pro Light"/>
            </a:endParaRPr>
          </a:p>
          <a:p>
            <a:pPr>
              <a:lnSpc>
                <a:spcPct val="110000"/>
              </a:lnSpc>
            </a:pPr>
            <a:endParaRPr lang="en-US" sz="700"/>
          </a:p>
        </p:txBody>
      </p:sp>
      <p:cxnSp>
        <p:nvCxnSpPr>
          <p:cNvPr id="27" name="Straight Connector 26">
            <a:extLst>
              <a:ext uri="{FF2B5EF4-FFF2-40B4-BE49-F238E27FC236}">
                <a16:creationId xmlns:a16="http://schemas.microsoft.com/office/drawing/2014/main" id="{B3121654-FB13-441C-AB60-76710D917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419600" y="588336"/>
            <a:ext cx="0" cy="569816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interior, tabla, taza, pequeño&#10;&#10;Descripción generada automáticamente">
            <a:extLst>
              <a:ext uri="{FF2B5EF4-FFF2-40B4-BE49-F238E27FC236}">
                <a16:creationId xmlns:a16="http://schemas.microsoft.com/office/drawing/2014/main" id="{8FADB7E2-A214-E143-CB8F-3523D3118A0F}"/>
              </a:ext>
            </a:extLst>
          </p:cNvPr>
          <p:cNvPicPr>
            <a:picLocks noChangeAspect="1"/>
          </p:cNvPicPr>
          <p:nvPr/>
        </p:nvPicPr>
        <p:blipFill>
          <a:blip r:embed="rId2">
            <a:extLst>
              <a:ext uri="{28A0092B-C50C-407E-A947-70E740481C1C}">
                <a14:useLocalDpi xmlns:a14="http://schemas.microsoft.com/office/drawing/2010/main" val="0"/>
              </a:ext>
            </a:extLst>
          </a:blip>
          <a:stretch/>
        </p:blipFill>
        <p:spPr>
          <a:xfrm>
            <a:off x="4707120" y="1508329"/>
            <a:ext cx="6913366" cy="3888768"/>
          </a:xfrm>
          <a:prstGeom prst="rect">
            <a:avLst/>
          </a:prstGeom>
        </p:spPr>
      </p:pic>
      <p:cxnSp>
        <p:nvCxnSpPr>
          <p:cNvPr id="29" name="Straight Connector 28">
            <a:extLst>
              <a:ext uri="{FF2B5EF4-FFF2-40B4-BE49-F238E27FC236}">
                <a16:creationId xmlns:a16="http://schemas.microsoft.com/office/drawing/2014/main" id="{C58D2D3E-B980-4D6F-BBFB-DF7A3A9472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71500" y="6286500"/>
            <a:ext cx="110547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19730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BAF395E-7D52-496C-ACDD-468AEC1ADF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D980674-AACE-86CB-BC71-B8DB4308FE7E}"/>
              </a:ext>
            </a:extLst>
          </p:cNvPr>
          <p:cNvSpPr>
            <a:spLocks noGrp="1"/>
          </p:cNvSpPr>
          <p:nvPr>
            <p:ph type="title"/>
          </p:nvPr>
        </p:nvSpPr>
        <p:spPr>
          <a:xfrm>
            <a:off x="521208" y="685491"/>
            <a:ext cx="11110427" cy="847984"/>
          </a:xfrm>
        </p:spPr>
        <p:txBody>
          <a:bodyPr anchor="ctr">
            <a:normAutofit/>
          </a:bodyPr>
          <a:lstStyle/>
          <a:p>
            <a:r>
              <a:rPr lang="en-US" b="0" i="0" u="sng" strike="noStrike" cap="all">
                <a:effectLst/>
                <a:latin typeface="Tw Cen MT" panose="020B0602020104020603" pitchFamily="34" charset="77"/>
              </a:rPr>
              <a:t>Current Status and Analysis</a:t>
            </a:r>
            <a:r>
              <a:rPr lang="en-US" b="0" i="0" u="sng">
                <a:effectLst/>
                <a:latin typeface="Tw Cen MT" panose="020B0602020104020603" pitchFamily="34" charset="77"/>
              </a:rPr>
              <a:t>​</a:t>
            </a:r>
            <a:endParaRPr lang="en-US" u="sng"/>
          </a:p>
        </p:txBody>
      </p:sp>
      <p:cxnSp>
        <p:nvCxnSpPr>
          <p:cNvPr id="12" name="Straight Connector 11">
            <a:extLst>
              <a:ext uri="{FF2B5EF4-FFF2-40B4-BE49-F238E27FC236}">
                <a16:creationId xmlns:a16="http://schemas.microsoft.com/office/drawing/2014/main" id="{56BAADB1-054E-4A82-8D07-643BD1F433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8602" y="576201"/>
            <a:ext cx="110547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3121654-FB13-441C-AB60-76710D917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34300" y="1629923"/>
            <a:ext cx="0" cy="46540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60E2184-5CB3-4E83-A25F-90871164B0F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8602" y="1629923"/>
            <a:ext cx="110547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Imagen 4" descr="Imagen de la pantalla de un video juego&#10;&#10;Descripción generada automáticamente con confianza media">
            <a:extLst>
              <a:ext uri="{FF2B5EF4-FFF2-40B4-BE49-F238E27FC236}">
                <a16:creationId xmlns:a16="http://schemas.microsoft.com/office/drawing/2014/main" id="{4FE3578B-8189-3897-5385-C8998AA237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4499" y="1919335"/>
            <a:ext cx="6251437" cy="4079063"/>
          </a:xfrm>
          <a:prstGeom prst="rect">
            <a:avLst/>
          </a:prstGeom>
        </p:spPr>
      </p:pic>
      <p:sp>
        <p:nvSpPr>
          <p:cNvPr id="3" name="Marcador de contenido 2">
            <a:extLst>
              <a:ext uri="{FF2B5EF4-FFF2-40B4-BE49-F238E27FC236}">
                <a16:creationId xmlns:a16="http://schemas.microsoft.com/office/drawing/2014/main" id="{6486E934-DD89-291C-F87B-A67171C77B0D}"/>
              </a:ext>
            </a:extLst>
          </p:cNvPr>
          <p:cNvSpPr>
            <a:spLocks noGrp="1"/>
          </p:cNvSpPr>
          <p:nvPr>
            <p:ph idx="1"/>
          </p:nvPr>
        </p:nvSpPr>
        <p:spPr>
          <a:xfrm>
            <a:off x="8000434" y="1822891"/>
            <a:ext cx="3897009" cy="4175506"/>
          </a:xfrm>
        </p:spPr>
        <p:txBody>
          <a:bodyPr vert="horz" lIns="91440" tIns="45720" rIns="91440" bIns="45720" rtlCol="0" anchor="t">
            <a:normAutofit fontScale="92500" lnSpcReduction="20000"/>
          </a:bodyPr>
          <a:lstStyle/>
          <a:p>
            <a:pPr rtl="0" fontAlgn="base">
              <a:lnSpc>
                <a:spcPct val="110000"/>
              </a:lnSpc>
              <a:buFont typeface="Arial" panose="020B0604020202020204" pitchFamily="34" charset="0"/>
              <a:buChar char="•"/>
            </a:pPr>
            <a:r>
              <a:rPr lang="en-US" sz="1500" b="0" i="0" u="none" strike="noStrike">
                <a:effectLst/>
                <a:latin typeface="Avenir Next LT Pro Light"/>
                <a:cs typeface="Arial"/>
              </a:rPr>
              <a:t>President Lay Hoon Chan - stated he believes in and invests in the use of data for decision-making that generates more value for fans.</a:t>
            </a:r>
            <a:r>
              <a:rPr lang="en-US" sz="1500" b="0" i="0">
                <a:effectLst/>
                <a:latin typeface="Avenir Next LT Pro Light"/>
                <a:cs typeface="Arial"/>
              </a:rPr>
              <a:t>​</a:t>
            </a:r>
          </a:p>
          <a:p>
            <a:pPr rtl="0" fontAlgn="base">
              <a:lnSpc>
                <a:spcPct val="110000"/>
              </a:lnSpc>
              <a:buFont typeface="Arial" panose="020B0604020202020204" pitchFamily="34" charset="0"/>
              <a:buChar char="•"/>
            </a:pPr>
            <a:r>
              <a:rPr lang="en-US" sz="1500" b="0" i="0" u="none" strike="noStrike">
                <a:effectLst/>
                <a:latin typeface="Avenir Next LT Pro Light"/>
                <a:cs typeface="Arial"/>
              </a:rPr>
              <a:t>Partnered with a </a:t>
            </a:r>
            <a:r>
              <a:rPr lang="en-US" sz="1500" b="0" i="0">
                <a:effectLst/>
                <a:latin typeface="Avenir Next LT Pro Light"/>
                <a:cs typeface="Arial"/>
              </a:rPr>
              <a:t>third-party analytics company</a:t>
            </a:r>
            <a:r>
              <a:rPr lang="en-US" sz="1500" b="0" i="0" u="none" strike="noStrike">
                <a:effectLst/>
                <a:latin typeface="Avenir Next LT Pro Light"/>
                <a:cs typeface="Arial"/>
              </a:rPr>
              <a:t>, </a:t>
            </a:r>
            <a:r>
              <a:rPr lang="en-US" sz="1500" b="0" i="0" u="none" strike="noStrike" err="1">
                <a:effectLst/>
                <a:latin typeface="Avenir Next LT Pro Light"/>
                <a:cs typeface="Arial"/>
              </a:rPr>
              <a:t>Blinkfire</a:t>
            </a:r>
            <a:r>
              <a:rPr lang="en-US" sz="1500" b="0" i="0" u="none" strike="noStrike">
                <a:effectLst/>
                <a:latin typeface="Avenir Next LT Pro Light"/>
                <a:cs typeface="Arial"/>
              </a:rPr>
              <a:t> Analytics, to better leverage data insights.</a:t>
            </a:r>
            <a:r>
              <a:rPr lang="en-US" sz="1500" b="0" i="0">
                <a:effectLst/>
                <a:latin typeface="Avenir Next LT Pro Light"/>
                <a:cs typeface="Arial"/>
              </a:rPr>
              <a:t>​</a:t>
            </a:r>
          </a:p>
          <a:p>
            <a:pPr rtl="0" fontAlgn="base">
              <a:lnSpc>
                <a:spcPct val="110000"/>
              </a:lnSpc>
              <a:buFont typeface="Arial" panose="020B0604020202020204" pitchFamily="34" charset="0"/>
              <a:buChar char="•"/>
            </a:pPr>
            <a:r>
              <a:rPr lang="en-US" sz="1500" b="0" i="0" u="none" strike="noStrike">
                <a:effectLst/>
                <a:latin typeface="Avenir Next LT Pro Light"/>
              </a:rPr>
              <a:t>Commercial &amp; </a:t>
            </a:r>
            <a:r>
              <a:rPr lang="en-US" sz="1500" i="0" u="none" strike="noStrike">
                <a:effectLst/>
                <a:latin typeface="Avenir Next LT Pro Light"/>
              </a:rPr>
              <a:t>sports </a:t>
            </a:r>
            <a:r>
              <a:rPr lang="en-US" sz="1500" b="0" i="0" u="none" strike="noStrike">
                <a:effectLst/>
                <a:latin typeface="Avenir Next LT Pro Light"/>
              </a:rPr>
              <a:t>analysis used to examine player performance, determine ticket prices, and improve the visitor experience of its physical &amp; online stores</a:t>
            </a:r>
            <a:r>
              <a:rPr lang="en-US" sz="1500" b="0" i="0">
                <a:effectLst/>
                <a:latin typeface="Avenir Next LT Pro Light"/>
              </a:rPr>
              <a:t>​</a:t>
            </a:r>
          </a:p>
          <a:p>
            <a:pPr rtl="0" fontAlgn="base">
              <a:lnSpc>
                <a:spcPct val="110000"/>
              </a:lnSpc>
              <a:buFont typeface="Arial" panose="020B0604020202020204" pitchFamily="34" charset="0"/>
              <a:buChar char="•"/>
            </a:pPr>
            <a:r>
              <a:rPr lang="en-US" sz="1500" b="0" i="0" u="none" strike="noStrike">
                <a:effectLst/>
                <a:latin typeface="Avenir Next LT Pro Light"/>
              </a:rPr>
              <a:t>No specific indication of an internal dedicated business analytics team or specific tools used</a:t>
            </a:r>
            <a:r>
              <a:rPr lang="en-US" sz="1500" b="0" i="0">
                <a:effectLst/>
                <a:latin typeface="Avenir Next LT Pro Light"/>
              </a:rPr>
              <a:t>​</a:t>
            </a:r>
          </a:p>
          <a:p>
            <a:pPr rtl="0" fontAlgn="base">
              <a:lnSpc>
                <a:spcPct val="110000"/>
              </a:lnSpc>
              <a:buFont typeface="Arial" panose="020B0604020202020204" pitchFamily="34" charset="0"/>
              <a:buChar char="•"/>
            </a:pPr>
            <a:r>
              <a:rPr lang="en-US" sz="1500" b="0" i="0" u="none" strike="noStrike">
                <a:effectLst/>
                <a:latin typeface="Avenir Next LT Pro Light"/>
              </a:rPr>
              <a:t>Valencia CF's analytical maturity appears to be in the </a:t>
            </a:r>
            <a:r>
              <a:rPr lang="en-US" sz="1500" b="1" i="0">
                <a:effectLst/>
                <a:latin typeface="Avenir Next LT Pro Light"/>
              </a:rPr>
              <a:t>Diagnostic Analytics</a:t>
            </a:r>
            <a:r>
              <a:rPr lang="en-US" sz="1500" b="0" i="0" u="none" strike="noStrike">
                <a:effectLst/>
                <a:latin typeface="Avenir Next LT Pro Light"/>
              </a:rPr>
              <a:t> stage with aspirations for Predictive Analytics</a:t>
            </a:r>
            <a:endParaRPr lang="en-US" sz="1500" b="0" i="0">
              <a:effectLst/>
              <a:latin typeface="Avenir Next LT Pro Light"/>
            </a:endParaRPr>
          </a:p>
          <a:p>
            <a:pPr>
              <a:lnSpc>
                <a:spcPct val="110000"/>
              </a:lnSpc>
            </a:pPr>
            <a:endParaRPr lang="en-US" sz="1100"/>
          </a:p>
        </p:txBody>
      </p:sp>
      <p:cxnSp>
        <p:nvCxnSpPr>
          <p:cNvPr id="18" name="Straight Connector 17">
            <a:extLst>
              <a:ext uri="{FF2B5EF4-FFF2-40B4-BE49-F238E27FC236}">
                <a16:creationId xmlns:a16="http://schemas.microsoft.com/office/drawing/2014/main" id="{C58D2D3E-B980-4D6F-BBFB-DF7A3A9472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8602" y="6287813"/>
            <a:ext cx="110547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55500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EBAF395E-7D52-496C-ACDD-468AEC1ADF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8EAD880-D6C2-188D-BB1C-C05AB7B0DD69}"/>
              </a:ext>
            </a:extLst>
          </p:cNvPr>
          <p:cNvSpPr>
            <a:spLocks noGrp="1"/>
          </p:cNvSpPr>
          <p:nvPr>
            <p:ph type="title"/>
          </p:nvPr>
        </p:nvSpPr>
        <p:spPr>
          <a:xfrm>
            <a:off x="521208" y="685491"/>
            <a:ext cx="11110427" cy="847984"/>
          </a:xfrm>
        </p:spPr>
        <p:txBody>
          <a:bodyPr anchor="ctr">
            <a:normAutofit/>
          </a:bodyPr>
          <a:lstStyle/>
          <a:p>
            <a:r>
              <a:rPr lang="en-US" b="0" i="0" u="sng" strike="noStrike" cap="all">
                <a:effectLst/>
                <a:latin typeface="Tw Cen MT" panose="020B0602020104020603" pitchFamily="34" charset="77"/>
              </a:rPr>
              <a:t>The business analytics </a:t>
            </a:r>
            <a:r>
              <a:rPr lang="en-US" b="1" i="0" u="sng" cap="all">
                <a:effectLst/>
                <a:latin typeface="Tw Cen MT" panose="020B0602020104020603" pitchFamily="34" charset="77"/>
              </a:rPr>
              <a:t>problem</a:t>
            </a:r>
            <a:endParaRPr lang="en-US" u="sng"/>
          </a:p>
        </p:txBody>
      </p:sp>
      <p:cxnSp>
        <p:nvCxnSpPr>
          <p:cNvPr id="30" name="Straight Connector 29">
            <a:extLst>
              <a:ext uri="{FF2B5EF4-FFF2-40B4-BE49-F238E27FC236}">
                <a16:creationId xmlns:a16="http://schemas.microsoft.com/office/drawing/2014/main" id="{56BAADB1-054E-4A82-8D07-643BD1F433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8602" y="576201"/>
            <a:ext cx="110547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3121654-FB13-441C-AB60-76710D917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34300" y="1629923"/>
            <a:ext cx="0" cy="46540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60E2184-5CB3-4E83-A25F-90871164B0F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8602" y="1629923"/>
            <a:ext cx="110547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Imagen 4" descr="Un jugador de fútbol con espectadores&#10;&#10;Descripción generada automáticamente">
            <a:extLst>
              <a:ext uri="{FF2B5EF4-FFF2-40B4-BE49-F238E27FC236}">
                <a16:creationId xmlns:a16="http://schemas.microsoft.com/office/drawing/2014/main" id="{EAE3140F-0096-3F63-AC65-75905A6F7745}"/>
              </a:ext>
            </a:extLst>
          </p:cNvPr>
          <p:cNvPicPr>
            <a:picLocks noChangeAspect="1"/>
          </p:cNvPicPr>
          <p:nvPr/>
        </p:nvPicPr>
        <p:blipFill>
          <a:blip r:embed="rId3">
            <a:extLst>
              <a:ext uri="{28A0092B-C50C-407E-A947-70E740481C1C}">
                <a14:useLocalDpi xmlns:a14="http://schemas.microsoft.com/office/drawing/2010/main" val="0"/>
              </a:ext>
            </a:extLst>
          </a:blip>
          <a:srcRect l="13233" r="11290" b="2"/>
          <a:stretch/>
        </p:blipFill>
        <p:spPr>
          <a:xfrm>
            <a:off x="1263491" y="1919335"/>
            <a:ext cx="5473452" cy="4079063"/>
          </a:xfrm>
          <a:prstGeom prst="rect">
            <a:avLst/>
          </a:prstGeom>
        </p:spPr>
      </p:pic>
      <p:sp>
        <p:nvSpPr>
          <p:cNvPr id="3" name="Marcador de contenido 2">
            <a:extLst>
              <a:ext uri="{FF2B5EF4-FFF2-40B4-BE49-F238E27FC236}">
                <a16:creationId xmlns:a16="http://schemas.microsoft.com/office/drawing/2014/main" id="{30F093D8-C2D4-AD3A-93F1-5AC70773C140}"/>
              </a:ext>
            </a:extLst>
          </p:cNvPr>
          <p:cNvSpPr>
            <a:spLocks noGrp="1"/>
          </p:cNvSpPr>
          <p:nvPr>
            <p:ph idx="1"/>
          </p:nvPr>
        </p:nvSpPr>
        <p:spPr>
          <a:xfrm>
            <a:off x="8000433" y="1814560"/>
            <a:ext cx="3825807" cy="4336242"/>
          </a:xfrm>
        </p:spPr>
        <p:txBody>
          <a:bodyPr vert="horz" lIns="91440" tIns="45720" rIns="91440" bIns="45720" rtlCol="0" anchor="t">
            <a:normAutofit fontScale="85000" lnSpcReduction="10000"/>
          </a:bodyPr>
          <a:lstStyle/>
          <a:p>
            <a:pPr rtl="0" fontAlgn="base">
              <a:lnSpc>
                <a:spcPct val="110000"/>
              </a:lnSpc>
              <a:buFont typeface="Arial" panose="020B0604020202020204" pitchFamily="34" charset="0"/>
              <a:buChar char="•"/>
            </a:pPr>
            <a:r>
              <a:rPr lang="en-US" sz="1400" b="0" i="0" u="none" strike="noStrike">
                <a:effectLst/>
                <a:latin typeface="Avenir Next LT Pro Light"/>
              </a:rPr>
              <a:t>The main issue that Valencia CF is facing is that they ended the season in 9th place and </a:t>
            </a:r>
            <a:r>
              <a:rPr lang="en-US" sz="1400" b="0" i="0" u="sng" strike="noStrike">
                <a:effectLst/>
                <a:latin typeface="Avenir Next LT Pro Light"/>
              </a:rPr>
              <a:t>did not qualify for any European soccer tournament</a:t>
            </a:r>
            <a:r>
              <a:rPr lang="en-US" sz="1400" b="0" i="0" u="none" strike="noStrike">
                <a:effectLst/>
                <a:latin typeface="Avenir Next LT Pro Light"/>
              </a:rPr>
              <a:t> i.e. Europa league or Champions League. </a:t>
            </a:r>
            <a:r>
              <a:rPr lang="en-US" sz="1400" b="0" i="0">
                <a:effectLst/>
                <a:latin typeface="Avenir Next LT Pro Light"/>
              </a:rPr>
              <a:t>​</a:t>
            </a:r>
          </a:p>
          <a:p>
            <a:pPr rtl="0" fontAlgn="base">
              <a:lnSpc>
                <a:spcPct val="110000"/>
              </a:lnSpc>
              <a:buFont typeface="Arial" panose="020B0604020202020204" pitchFamily="34" charset="0"/>
              <a:buChar char="•"/>
            </a:pPr>
            <a:r>
              <a:rPr lang="en-US" sz="1400" b="0" i="0" u="none" strike="noStrike">
                <a:effectLst/>
                <a:latin typeface="Avenir Next LT Pro Light"/>
              </a:rPr>
              <a:t>When the club does not win, they do not receive more advertising money and bonuses from the league, thus they cannot grow.</a:t>
            </a:r>
            <a:r>
              <a:rPr lang="en-US" sz="1400" b="0" i="0">
                <a:effectLst/>
                <a:latin typeface="Avenir Next LT Pro Light"/>
              </a:rPr>
              <a:t>​</a:t>
            </a:r>
          </a:p>
          <a:p>
            <a:pPr rtl="0" fontAlgn="base">
              <a:lnSpc>
                <a:spcPct val="110000"/>
              </a:lnSpc>
              <a:buFont typeface="Arial" panose="020B0604020202020204" pitchFamily="34" charset="0"/>
              <a:buChar char="•"/>
            </a:pPr>
            <a:r>
              <a:rPr lang="en-US" sz="1400" b="0" i="0" u="none" strike="noStrike">
                <a:effectLst/>
                <a:latin typeface="Avenir Next LT Pro Light"/>
              </a:rPr>
              <a:t>No sophisticated organizational process of using data analytics to make informed decisions. Team requires a third party firm to bring this expertise.</a:t>
            </a:r>
            <a:r>
              <a:rPr lang="en-US" sz="1400" b="0" i="0">
                <a:effectLst/>
                <a:latin typeface="Avenir Next LT Pro Light"/>
              </a:rPr>
              <a:t>​</a:t>
            </a:r>
          </a:p>
          <a:p>
            <a:pPr rtl="0" fontAlgn="base">
              <a:lnSpc>
                <a:spcPct val="110000"/>
              </a:lnSpc>
              <a:buFont typeface="Arial" panose="020B0604020202020204" pitchFamily="34" charset="0"/>
              <a:buChar char="•"/>
            </a:pPr>
            <a:r>
              <a:rPr lang="en-US" sz="1400" b="0" i="0" u="none" strike="noStrike">
                <a:effectLst/>
                <a:latin typeface="Avenir Next LT Pro Light"/>
              </a:rPr>
              <a:t>The person usually blamed or praised when the club is in decline or achieves greatness, the </a:t>
            </a:r>
            <a:r>
              <a:rPr lang="en-US" sz="1400" b="1" i="0">
                <a:effectLst/>
                <a:latin typeface="Avenir Next LT Pro Light"/>
              </a:rPr>
              <a:t>Manager.</a:t>
            </a:r>
            <a:r>
              <a:rPr lang="en-US" sz="1400" b="0" i="0" u="none" strike="noStrike">
                <a:effectLst/>
                <a:latin typeface="Avenir Next LT Pro Light"/>
              </a:rPr>
              <a:t> </a:t>
            </a:r>
            <a:r>
              <a:rPr lang="en-US" sz="1400" b="0" i="0">
                <a:effectLst/>
                <a:latin typeface="Avenir Next LT Pro Light"/>
              </a:rPr>
              <a:t>​</a:t>
            </a:r>
          </a:p>
          <a:p>
            <a:pPr rtl="0" fontAlgn="base">
              <a:lnSpc>
                <a:spcPct val="110000"/>
              </a:lnSpc>
              <a:buFont typeface="Arial" panose="020B0604020202020204" pitchFamily="34" charset="0"/>
              <a:buChar char="•"/>
            </a:pPr>
            <a:r>
              <a:rPr lang="en-US" sz="1400" b="0" i="0" u="none" strike="noStrike">
                <a:effectLst/>
                <a:latin typeface="Avenir Next LT Pro Light"/>
              </a:rPr>
              <a:t>The current manager has been with the team since February of 2023. </a:t>
            </a:r>
            <a:r>
              <a:rPr lang="en-US" sz="1400" b="0" i="0">
                <a:effectLst/>
                <a:latin typeface="Avenir Next LT Pro Light"/>
              </a:rPr>
              <a:t>Is this enough time for a manager’s campaign to make a difference? Are there other factors that influence success that are out of the manager’s control?</a:t>
            </a:r>
          </a:p>
          <a:p>
            <a:pPr>
              <a:lnSpc>
                <a:spcPct val="110000"/>
              </a:lnSpc>
            </a:pPr>
            <a:endParaRPr lang="en-US" sz="1100"/>
          </a:p>
        </p:txBody>
      </p:sp>
      <p:cxnSp>
        <p:nvCxnSpPr>
          <p:cNvPr id="36" name="Straight Connector 35">
            <a:extLst>
              <a:ext uri="{FF2B5EF4-FFF2-40B4-BE49-F238E27FC236}">
                <a16:creationId xmlns:a16="http://schemas.microsoft.com/office/drawing/2014/main" id="{C58D2D3E-B980-4D6F-BBFB-DF7A3A9472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8602" y="6287813"/>
            <a:ext cx="110547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52173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EBAF395E-7D52-496C-ACDD-468AEC1ADF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1A2F592-13F9-932E-4B3C-7269B462EACD}"/>
              </a:ext>
            </a:extLst>
          </p:cNvPr>
          <p:cNvSpPr>
            <a:spLocks noGrp="1"/>
          </p:cNvSpPr>
          <p:nvPr>
            <p:ph type="title"/>
          </p:nvPr>
        </p:nvSpPr>
        <p:spPr>
          <a:xfrm>
            <a:off x="314378" y="841266"/>
            <a:ext cx="5015076" cy="625254"/>
          </a:xfrm>
        </p:spPr>
        <p:txBody>
          <a:bodyPr anchor="t">
            <a:normAutofit/>
          </a:bodyPr>
          <a:lstStyle/>
          <a:p>
            <a:r>
              <a:rPr lang="en-US" sz="3800" b="0" i="0" u="sng" strike="noStrike" cap="all">
                <a:effectLst/>
                <a:latin typeface="Tw Cen MT"/>
                <a:ea typeface="Batang"/>
              </a:rPr>
              <a:t>Managerial issues</a:t>
            </a:r>
            <a:endParaRPr lang="en-US" sz="3800" u="sng">
              <a:latin typeface="Tw Cen MT"/>
              <a:ea typeface="Batang"/>
            </a:endParaRPr>
          </a:p>
        </p:txBody>
      </p:sp>
      <p:cxnSp>
        <p:nvCxnSpPr>
          <p:cNvPr id="31" name="Straight Connector 30">
            <a:extLst>
              <a:ext uri="{FF2B5EF4-FFF2-40B4-BE49-F238E27FC236}">
                <a16:creationId xmlns:a16="http://schemas.microsoft.com/office/drawing/2014/main" id="{56BAADB1-054E-4A82-8D07-643BD1F433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8602" y="576201"/>
            <a:ext cx="110547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Content Placeholder 25">
            <a:extLst>
              <a:ext uri="{FF2B5EF4-FFF2-40B4-BE49-F238E27FC236}">
                <a16:creationId xmlns:a16="http://schemas.microsoft.com/office/drawing/2014/main" id="{7BFE34A2-D866-4C18-3747-D84B24D3B372}"/>
              </a:ext>
            </a:extLst>
          </p:cNvPr>
          <p:cNvSpPr>
            <a:spLocks noGrp="1"/>
          </p:cNvSpPr>
          <p:nvPr>
            <p:ph idx="1"/>
          </p:nvPr>
        </p:nvSpPr>
        <p:spPr>
          <a:xfrm>
            <a:off x="312512" y="1463137"/>
            <a:ext cx="4063783" cy="5165081"/>
          </a:xfrm>
        </p:spPr>
        <p:txBody>
          <a:bodyPr vert="horz" lIns="91440" tIns="45720" rIns="91440" bIns="45720" rtlCol="0" anchor="b">
            <a:noAutofit/>
          </a:bodyPr>
          <a:lstStyle/>
          <a:p>
            <a:pPr marL="0" indent="0" algn="just">
              <a:buNone/>
            </a:pPr>
            <a:r>
              <a:rPr lang="en-US" sz="1300" b="1">
                <a:latin typeface="Avenir Next LT Pro Light"/>
                <a:ea typeface="+mn-lt"/>
                <a:cs typeface="+mn-lt"/>
              </a:rPr>
              <a:t>Setting Clear Objectives and Transparency:</a:t>
            </a:r>
            <a:endParaRPr lang="en-US" sz="1300">
              <a:latin typeface="Avenir Next LT Pro Light"/>
            </a:endParaRPr>
          </a:p>
          <a:p>
            <a:r>
              <a:rPr lang="en-US" sz="1300">
                <a:latin typeface="Avenir Next LT Pro Light"/>
                <a:ea typeface="+mn-lt"/>
                <a:cs typeface="+mn-lt"/>
              </a:rPr>
              <a:t>Define measurable goals for team performance and success, ensuring transparent communication with players, staff, and fans.</a:t>
            </a:r>
            <a:endParaRPr lang="en-US" sz="1300">
              <a:latin typeface="Avenir Next LT Pro Light"/>
            </a:endParaRPr>
          </a:p>
          <a:p>
            <a:pPr marL="0" indent="0">
              <a:buNone/>
            </a:pPr>
            <a:r>
              <a:rPr lang="en-US" sz="1300" b="1">
                <a:latin typeface="Avenir Next LT Pro Light"/>
                <a:ea typeface="+mn-lt"/>
                <a:cs typeface="+mn-lt"/>
              </a:rPr>
              <a:t>Balancing Data and Leadership Qualities:</a:t>
            </a:r>
            <a:endParaRPr lang="en-US" sz="1300">
              <a:latin typeface="Avenir Next LT Pro Light"/>
            </a:endParaRPr>
          </a:p>
          <a:p>
            <a:r>
              <a:rPr lang="en-US" sz="1300">
                <a:latin typeface="Avenir Next LT Pro Light"/>
                <a:ea typeface="+mn-lt"/>
                <a:cs typeface="+mn-lt"/>
              </a:rPr>
              <a:t>Combine data insights with evaluations of leadership, community sentiment, and qualitative factors like team cohesion.</a:t>
            </a:r>
            <a:endParaRPr lang="en-US" sz="1300">
              <a:latin typeface="Avenir Next LT Pro Light"/>
            </a:endParaRPr>
          </a:p>
          <a:p>
            <a:pPr marL="0" indent="0">
              <a:buNone/>
            </a:pPr>
            <a:r>
              <a:rPr lang="en-US" sz="1300" b="1">
                <a:latin typeface="Avenir Next LT Pro Light"/>
                <a:ea typeface="+mn-lt"/>
                <a:cs typeface="+mn-lt"/>
              </a:rPr>
              <a:t>Ensuring Technical Preparation:</a:t>
            </a:r>
            <a:endParaRPr lang="en-US" sz="1300">
              <a:latin typeface="Avenir Next LT Pro Light"/>
            </a:endParaRPr>
          </a:p>
          <a:p>
            <a:r>
              <a:rPr lang="en-US" sz="1300">
                <a:latin typeface="Avenir Next LT Pro Light"/>
                <a:ea typeface="+mn-lt"/>
                <a:cs typeface="+mn-lt"/>
              </a:rPr>
              <a:t>Invest in accurate data collection systems and advanced analytics tools, while providing staff training for effective adoption.</a:t>
            </a:r>
            <a:endParaRPr lang="en-US" sz="1300">
              <a:latin typeface="Avenir Next LT Pro Light"/>
            </a:endParaRPr>
          </a:p>
          <a:p>
            <a:pPr marL="0" indent="0">
              <a:buNone/>
            </a:pPr>
            <a:r>
              <a:rPr lang="en-US" sz="1300" b="1">
                <a:latin typeface="Avenir Next LT Pro Light"/>
                <a:ea typeface="+mn-lt"/>
                <a:cs typeface="+mn-lt"/>
              </a:rPr>
              <a:t>Phased Implementation for Smoothed Integration:</a:t>
            </a:r>
            <a:endParaRPr lang="en-US" sz="1300">
              <a:latin typeface="Avenir Next LT Pro Light"/>
            </a:endParaRPr>
          </a:p>
          <a:p>
            <a:r>
              <a:rPr lang="en-US" sz="1300">
                <a:latin typeface="Avenir Next LT Pro Light"/>
                <a:ea typeface="+mn-lt"/>
                <a:cs typeface="+mn-lt"/>
              </a:rPr>
              <a:t>Introduce the analytics solution step by step, minimizing disruption to daily operations, with strong collaboration across teams.</a:t>
            </a:r>
            <a:endParaRPr lang="en-US" sz="1300">
              <a:latin typeface="Avenir Next LT Pro Light"/>
            </a:endParaRPr>
          </a:p>
          <a:p>
            <a:endParaRPr lang="en-US" sz="1800"/>
          </a:p>
        </p:txBody>
      </p:sp>
      <p:cxnSp>
        <p:nvCxnSpPr>
          <p:cNvPr id="33" name="Straight Connector 32">
            <a:extLst>
              <a:ext uri="{FF2B5EF4-FFF2-40B4-BE49-F238E27FC236}">
                <a16:creationId xmlns:a16="http://schemas.microsoft.com/office/drawing/2014/main" id="{B3121654-FB13-441C-AB60-76710D917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419600" y="588336"/>
            <a:ext cx="0" cy="569816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1" name="Marcador de contenido 10" descr="Un grupo de personas de pie en la mano&#10;&#10;Descripción generada automáticamente con confianza baja">
            <a:extLst>
              <a:ext uri="{FF2B5EF4-FFF2-40B4-BE49-F238E27FC236}">
                <a16:creationId xmlns:a16="http://schemas.microsoft.com/office/drawing/2014/main" id="{E4E7200A-E3CD-103B-9FCB-8DECB61907C2}"/>
              </a:ext>
            </a:extLst>
          </p:cNvPr>
          <p:cNvPicPr>
            <a:picLocks noChangeAspect="1"/>
          </p:cNvPicPr>
          <p:nvPr/>
        </p:nvPicPr>
        <p:blipFill>
          <a:blip r:embed="rId2">
            <a:extLst>
              <a:ext uri="{28A0092B-C50C-407E-A947-70E740481C1C}">
                <a14:useLocalDpi xmlns:a14="http://schemas.microsoft.com/office/drawing/2010/main" val="0"/>
              </a:ext>
            </a:extLst>
          </a:blip>
          <a:srcRect r="10429" b="-3"/>
          <a:stretch/>
        </p:blipFill>
        <p:spPr>
          <a:xfrm>
            <a:off x="4699208" y="849338"/>
            <a:ext cx="6921292" cy="5158038"/>
          </a:xfrm>
          <a:prstGeom prst="rect">
            <a:avLst/>
          </a:prstGeom>
        </p:spPr>
      </p:pic>
      <p:cxnSp>
        <p:nvCxnSpPr>
          <p:cNvPr id="35" name="Straight Connector 34">
            <a:extLst>
              <a:ext uri="{FF2B5EF4-FFF2-40B4-BE49-F238E27FC236}">
                <a16:creationId xmlns:a16="http://schemas.microsoft.com/office/drawing/2014/main" id="{C58D2D3E-B980-4D6F-BBFB-DF7A3A9472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71500" y="6286500"/>
            <a:ext cx="110547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33124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BAF395E-7D52-496C-ACDD-468AEC1ADF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5195354-5523-F5E1-AFA6-FE5C9E83170F}"/>
              </a:ext>
            </a:extLst>
          </p:cNvPr>
          <p:cNvSpPr>
            <a:spLocks noGrp="1"/>
          </p:cNvSpPr>
          <p:nvPr>
            <p:ph type="title"/>
          </p:nvPr>
        </p:nvSpPr>
        <p:spPr>
          <a:xfrm>
            <a:off x="521208" y="685491"/>
            <a:ext cx="11110427" cy="847984"/>
          </a:xfrm>
        </p:spPr>
        <p:txBody>
          <a:bodyPr anchor="ctr">
            <a:normAutofit/>
          </a:bodyPr>
          <a:lstStyle/>
          <a:p>
            <a:r>
              <a:rPr lang="en-US" b="0" i="0" u="sng" strike="noStrike" cap="all">
                <a:effectLst/>
                <a:latin typeface="Tw Cen MT" panose="020B0602020104020603" pitchFamily="34" charset="77"/>
              </a:rPr>
              <a:t>The business analytics </a:t>
            </a:r>
            <a:r>
              <a:rPr lang="en-US" b="1" i="0" u="sng" cap="all">
                <a:effectLst/>
                <a:latin typeface="Tw Cen MT" panose="020B0602020104020603" pitchFamily="34" charset="77"/>
              </a:rPr>
              <a:t>solution</a:t>
            </a:r>
            <a:endParaRPr lang="en-US" u="sng"/>
          </a:p>
        </p:txBody>
      </p:sp>
      <p:cxnSp>
        <p:nvCxnSpPr>
          <p:cNvPr id="14" name="Straight Connector 13">
            <a:extLst>
              <a:ext uri="{FF2B5EF4-FFF2-40B4-BE49-F238E27FC236}">
                <a16:creationId xmlns:a16="http://schemas.microsoft.com/office/drawing/2014/main" id="{56BAADB1-054E-4A82-8D07-643BD1F433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8602" y="576201"/>
            <a:ext cx="110547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3121654-FB13-441C-AB60-76710D917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34300" y="1629923"/>
            <a:ext cx="0" cy="46540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60E2184-5CB3-4E83-A25F-90871164B0F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8602" y="1629923"/>
            <a:ext cx="110547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Marcador de contenido 4" descr="Un dibujo de una persona&#10;&#10;Descripción generada automáticamente con confianza baja">
            <a:extLst>
              <a:ext uri="{FF2B5EF4-FFF2-40B4-BE49-F238E27FC236}">
                <a16:creationId xmlns:a16="http://schemas.microsoft.com/office/drawing/2014/main" id="{64829E46-F43B-57BA-0D37-42813C94C3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0732" y="2035406"/>
            <a:ext cx="6838971" cy="3846921"/>
          </a:xfrm>
          <a:prstGeom prst="rect">
            <a:avLst/>
          </a:prstGeom>
        </p:spPr>
      </p:pic>
      <p:sp>
        <p:nvSpPr>
          <p:cNvPr id="9" name="Content Placeholder 8">
            <a:extLst>
              <a:ext uri="{FF2B5EF4-FFF2-40B4-BE49-F238E27FC236}">
                <a16:creationId xmlns:a16="http://schemas.microsoft.com/office/drawing/2014/main" id="{7A702285-3153-CB7A-7775-8ECDB3148555}"/>
              </a:ext>
            </a:extLst>
          </p:cNvPr>
          <p:cNvSpPr>
            <a:spLocks noGrp="1"/>
          </p:cNvSpPr>
          <p:nvPr>
            <p:ph idx="1"/>
          </p:nvPr>
        </p:nvSpPr>
        <p:spPr>
          <a:xfrm>
            <a:off x="8184630" y="2031167"/>
            <a:ext cx="3446679" cy="3967235"/>
          </a:xfrm>
        </p:spPr>
        <p:txBody>
          <a:bodyPr vert="horz" lIns="91440" tIns="45720" rIns="91440" bIns="45720" rtlCol="0" anchor="t">
            <a:normAutofit lnSpcReduction="10000"/>
          </a:bodyPr>
          <a:lstStyle/>
          <a:p>
            <a:r>
              <a:rPr lang="en-US" sz="1800"/>
              <a:t>Through our development of 2 analytics models and 3 analytics methods we produced actionable insights to stakeholders </a:t>
            </a:r>
          </a:p>
          <a:p>
            <a:r>
              <a:rPr lang="en-US" sz="1800"/>
              <a:t>Linear Regression </a:t>
            </a:r>
          </a:p>
          <a:p>
            <a:r>
              <a:rPr lang="en-US" sz="1800"/>
              <a:t>Logistic Regression </a:t>
            </a:r>
          </a:p>
          <a:p>
            <a:r>
              <a:rPr lang="en-US" sz="1800"/>
              <a:t>Models showed dependability, accuracy and confidence</a:t>
            </a:r>
          </a:p>
          <a:p>
            <a:r>
              <a:rPr lang="en-US" sz="1800"/>
              <a:t>Overall reliable insights</a:t>
            </a:r>
          </a:p>
          <a:p>
            <a:endParaRPr lang="en-US" sz="1800"/>
          </a:p>
        </p:txBody>
      </p:sp>
      <p:cxnSp>
        <p:nvCxnSpPr>
          <p:cNvPr id="20" name="Straight Connector 19">
            <a:extLst>
              <a:ext uri="{FF2B5EF4-FFF2-40B4-BE49-F238E27FC236}">
                <a16:creationId xmlns:a16="http://schemas.microsoft.com/office/drawing/2014/main" id="{C58D2D3E-B980-4D6F-BBFB-DF7A3A9472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8602" y="6287813"/>
            <a:ext cx="110547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3" name="Picture 2" descr="A table with numbers and text&#10;&#10;Description automatically generated">
            <a:extLst>
              <a:ext uri="{FF2B5EF4-FFF2-40B4-BE49-F238E27FC236}">
                <a16:creationId xmlns:a16="http://schemas.microsoft.com/office/drawing/2014/main" id="{7EBE72EA-4C76-DC23-B7F0-FA5D6AF04FE2}"/>
              </a:ext>
            </a:extLst>
          </p:cNvPr>
          <p:cNvPicPr>
            <a:picLocks noChangeAspect="1"/>
          </p:cNvPicPr>
          <p:nvPr/>
        </p:nvPicPr>
        <p:blipFill>
          <a:blip r:embed="rId3"/>
          <a:stretch>
            <a:fillRect/>
          </a:stretch>
        </p:blipFill>
        <p:spPr>
          <a:xfrm>
            <a:off x="765259" y="2039353"/>
            <a:ext cx="3566862" cy="1195137"/>
          </a:xfrm>
          <a:prstGeom prst="rect">
            <a:avLst/>
          </a:prstGeom>
          <a:ln w="127000" cap="sq">
            <a:solidFill>
              <a:srgbClr val="000000"/>
            </a:solidFill>
            <a:miter lim="800000"/>
          </a:ln>
          <a:effectLst>
            <a:outerShdw blurRad="57150" dist="50800" dir="2700000" algn="tl" rotWithShape="0">
              <a:srgbClr val="000000">
                <a:alpha val="40000"/>
              </a:srgbClr>
            </a:outerShdw>
          </a:effectLst>
        </p:spPr>
      </p:pic>
      <p:pic>
        <p:nvPicPr>
          <p:cNvPr id="4" name="Picture 3" descr="A close-up of a table&#10;&#10;Description automatically generated">
            <a:extLst>
              <a:ext uri="{FF2B5EF4-FFF2-40B4-BE49-F238E27FC236}">
                <a16:creationId xmlns:a16="http://schemas.microsoft.com/office/drawing/2014/main" id="{3AC97A1C-7C40-4D71-67EF-925A4DEAFA72}"/>
              </a:ext>
            </a:extLst>
          </p:cNvPr>
          <p:cNvPicPr>
            <a:picLocks noChangeAspect="1"/>
          </p:cNvPicPr>
          <p:nvPr/>
        </p:nvPicPr>
        <p:blipFill>
          <a:blip r:embed="rId4"/>
          <a:stretch>
            <a:fillRect/>
          </a:stretch>
        </p:blipFill>
        <p:spPr>
          <a:xfrm>
            <a:off x="764758" y="4482014"/>
            <a:ext cx="2851986" cy="791579"/>
          </a:xfrm>
          <a:prstGeom prst="rect">
            <a:avLst/>
          </a:prstGeom>
          <a:ln w="228600" cap="sq" cmpd="thickThin">
            <a:solidFill>
              <a:srgbClr val="000000"/>
            </a:solidFill>
            <a:prstDash val="solid"/>
            <a:miter lim="800000"/>
          </a:ln>
          <a:effectLst>
            <a:innerShdw blurRad="76200">
              <a:srgbClr val="000000"/>
            </a:innerShdw>
          </a:effectLst>
        </p:spPr>
      </p:pic>
      <p:pic>
        <p:nvPicPr>
          <p:cNvPr id="6" name="Picture 5">
            <a:extLst>
              <a:ext uri="{FF2B5EF4-FFF2-40B4-BE49-F238E27FC236}">
                <a16:creationId xmlns:a16="http://schemas.microsoft.com/office/drawing/2014/main" id="{AEFF8362-6649-3CEC-7891-3DA4E19171CF}"/>
              </a:ext>
            </a:extLst>
          </p:cNvPr>
          <p:cNvPicPr>
            <a:picLocks noChangeAspect="1"/>
          </p:cNvPicPr>
          <p:nvPr/>
        </p:nvPicPr>
        <p:blipFill>
          <a:blip r:embed="rId5"/>
          <a:stretch>
            <a:fillRect/>
          </a:stretch>
        </p:blipFill>
        <p:spPr>
          <a:xfrm>
            <a:off x="4335380" y="4080962"/>
            <a:ext cx="2989848" cy="1593684"/>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2447588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BAF395E-7D52-496C-ACDD-468AEC1ADF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5195354-5523-F5E1-AFA6-FE5C9E83170F}"/>
              </a:ext>
            </a:extLst>
          </p:cNvPr>
          <p:cNvSpPr>
            <a:spLocks noGrp="1"/>
          </p:cNvSpPr>
          <p:nvPr>
            <p:ph type="title"/>
          </p:nvPr>
        </p:nvSpPr>
        <p:spPr>
          <a:xfrm>
            <a:off x="521208" y="685491"/>
            <a:ext cx="11110427" cy="847984"/>
          </a:xfrm>
        </p:spPr>
        <p:txBody>
          <a:bodyPr anchor="ctr">
            <a:normAutofit/>
          </a:bodyPr>
          <a:lstStyle/>
          <a:p>
            <a:r>
              <a:rPr lang="en-US" b="0" i="0" u="sng" strike="noStrike" cap="all">
                <a:effectLst/>
                <a:latin typeface="Tw Cen MT" panose="020B0602020104020603" pitchFamily="34" charset="77"/>
              </a:rPr>
              <a:t>The business analytics </a:t>
            </a:r>
            <a:r>
              <a:rPr lang="en-US" b="1" i="0" u="sng" cap="all">
                <a:effectLst/>
                <a:latin typeface="Tw Cen MT" panose="020B0602020104020603" pitchFamily="34" charset="77"/>
              </a:rPr>
              <a:t>solution</a:t>
            </a:r>
            <a:endParaRPr lang="en-US" u="sng"/>
          </a:p>
        </p:txBody>
      </p:sp>
      <p:cxnSp>
        <p:nvCxnSpPr>
          <p:cNvPr id="14" name="Straight Connector 13">
            <a:extLst>
              <a:ext uri="{FF2B5EF4-FFF2-40B4-BE49-F238E27FC236}">
                <a16:creationId xmlns:a16="http://schemas.microsoft.com/office/drawing/2014/main" id="{56BAADB1-054E-4A82-8D07-643BD1F433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8602" y="576201"/>
            <a:ext cx="110547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3121654-FB13-441C-AB60-76710D917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34300" y="1629923"/>
            <a:ext cx="0" cy="46540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60E2184-5CB3-4E83-A25F-90871164B0F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8602" y="1629923"/>
            <a:ext cx="110547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Content Placeholder 8">
            <a:extLst>
              <a:ext uri="{FF2B5EF4-FFF2-40B4-BE49-F238E27FC236}">
                <a16:creationId xmlns:a16="http://schemas.microsoft.com/office/drawing/2014/main" id="{7A702285-3153-CB7A-7775-8ECDB3148555}"/>
              </a:ext>
            </a:extLst>
          </p:cNvPr>
          <p:cNvSpPr>
            <a:spLocks noGrp="1"/>
          </p:cNvSpPr>
          <p:nvPr>
            <p:ph idx="1"/>
          </p:nvPr>
        </p:nvSpPr>
        <p:spPr>
          <a:xfrm>
            <a:off x="8184630" y="2031167"/>
            <a:ext cx="3446679" cy="3967235"/>
          </a:xfrm>
        </p:spPr>
        <p:txBody>
          <a:bodyPr vert="horz" lIns="91440" tIns="45720" rIns="91440" bIns="45720" rtlCol="0" anchor="t">
            <a:normAutofit/>
          </a:bodyPr>
          <a:lstStyle/>
          <a:p>
            <a:endParaRPr lang="en-US" sz="1800"/>
          </a:p>
          <a:p>
            <a:endParaRPr lang="en-US" sz="1800"/>
          </a:p>
          <a:p>
            <a:r>
              <a:rPr lang="en-US" sz="1800"/>
              <a:t>Time Series Analysis</a:t>
            </a:r>
          </a:p>
          <a:p>
            <a:r>
              <a:rPr lang="en-US" sz="1800"/>
              <a:t>Multiple Linear Regression</a:t>
            </a:r>
          </a:p>
          <a:p>
            <a:r>
              <a:rPr lang="en-US" sz="1800"/>
              <a:t>Prediction tool</a:t>
            </a:r>
          </a:p>
          <a:p>
            <a:endParaRPr lang="en-US" sz="1800"/>
          </a:p>
          <a:p>
            <a:endParaRPr lang="en-US" sz="1800"/>
          </a:p>
          <a:p>
            <a:endParaRPr lang="en-US" sz="1800"/>
          </a:p>
        </p:txBody>
      </p:sp>
      <p:cxnSp>
        <p:nvCxnSpPr>
          <p:cNvPr id="20" name="Straight Connector 19">
            <a:extLst>
              <a:ext uri="{FF2B5EF4-FFF2-40B4-BE49-F238E27FC236}">
                <a16:creationId xmlns:a16="http://schemas.microsoft.com/office/drawing/2014/main" id="{C58D2D3E-B980-4D6F-BBFB-DF7A3A9472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8602" y="6287813"/>
            <a:ext cx="110547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Picture 5" descr="A graph showing a graph&#10;&#10;Description automatically generated">
            <a:extLst>
              <a:ext uri="{FF2B5EF4-FFF2-40B4-BE49-F238E27FC236}">
                <a16:creationId xmlns:a16="http://schemas.microsoft.com/office/drawing/2014/main" id="{5C5D0621-1D05-6799-97E2-6BF1C690B1F5}"/>
              </a:ext>
            </a:extLst>
          </p:cNvPr>
          <p:cNvPicPr>
            <a:picLocks noChangeAspect="1"/>
          </p:cNvPicPr>
          <p:nvPr/>
        </p:nvPicPr>
        <p:blipFill>
          <a:blip r:embed="rId2"/>
          <a:stretch>
            <a:fillRect/>
          </a:stretch>
        </p:blipFill>
        <p:spPr>
          <a:xfrm>
            <a:off x="130256" y="1632613"/>
            <a:ext cx="5216770" cy="2342315"/>
          </a:xfrm>
          <a:prstGeom prst="rect">
            <a:avLst/>
          </a:prstGeom>
        </p:spPr>
      </p:pic>
      <p:pic>
        <p:nvPicPr>
          <p:cNvPr id="4" name="Picture 3" descr="A screenshot of a spreadsheet&#10;&#10;Description automatically generated">
            <a:extLst>
              <a:ext uri="{FF2B5EF4-FFF2-40B4-BE49-F238E27FC236}">
                <a16:creationId xmlns:a16="http://schemas.microsoft.com/office/drawing/2014/main" id="{B876C0B4-D01F-8F02-EF27-DA6663EC54DB}"/>
              </a:ext>
            </a:extLst>
          </p:cNvPr>
          <p:cNvPicPr>
            <a:picLocks noChangeAspect="1"/>
          </p:cNvPicPr>
          <p:nvPr/>
        </p:nvPicPr>
        <p:blipFill>
          <a:blip r:embed="rId3"/>
          <a:stretch>
            <a:fillRect/>
          </a:stretch>
        </p:blipFill>
        <p:spPr>
          <a:xfrm>
            <a:off x="1657350" y="3990797"/>
            <a:ext cx="5981700" cy="2191106"/>
          </a:xfrm>
          <a:prstGeom prst="rect">
            <a:avLst/>
          </a:prstGeom>
        </p:spPr>
      </p:pic>
    </p:spTree>
    <p:extLst>
      <p:ext uri="{BB962C8B-B14F-4D97-AF65-F5344CB8AC3E}">
        <p14:creationId xmlns:p14="http://schemas.microsoft.com/office/powerpoint/2010/main" val="1768268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EBAF395E-7D52-496C-ACDD-468AEC1ADF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E62109A-9C29-1F79-5203-80F27E768DE5}"/>
              </a:ext>
            </a:extLst>
          </p:cNvPr>
          <p:cNvSpPr>
            <a:spLocks noGrp="1"/>
          </p:cNvSpPr>
          <p:nvPr>
            <p:ph type="title"/>
          </p:nvPr>
        </p:nvSpPr>
        <p:spPr>
          <a:xfrm>
            <a:off x="521208" y="685491"/>
            <a:ext cx="11110427" cy="847984"/>
          </a:xfrm>
        </p:spPr>
        <p:txBody>
          <a:bodyPr anchor="ctr">
            <a:normAutofit/>
          </a:bodyPr>
          <a:lstStyle/>
          <a:p>
            <a:r>
              <a:rPr lang="en-US" cap="all">
                <a:latin typeface="Tw Cen MT"/>
                <a:ea typeface="Batang"/>
              </a:rPr>
              <a:t>Recommendations</a:t>
            </a:r>
            <a:endParaRPr lang="en-US"/>
          </a:p>
        </p:txBody>
      </p:sp>
      <p:cxnSp>
        <p:nvCxnSpPr>
          <p:cNvPr id="26" name="Straight Connector 25">
            <a:extLst>
              <a:ext uri="{FF2B5EF4-FFF2-40B4-BE49-F238E27FC236}">
                <a16:creationId xmlns:a16="http://schemas.microsoft.com/office/drawing/2014/main" id="{56BAADB1-054E-4A82-8D07-643BD1F433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8602" y="576201"/>
            <a:ext cx="110547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3121654-FB13-441C-AB60-76710D917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34300" y="1629923"/>
            <a:ext cx="0" cy="46540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60E2184-5CB3-4E83-A25F-90871164B0F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8602" y="1629923"/>
            <a:ext cx="110547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7" name="Marcador de contenido 16" descr="Un hombre con un bate de beisbol&#10;&#10;Descripción generada automáticamente con confianza media">
            <a:extLst>
              <a:ext uri="{FF2B5EF4-FFF2-40B4-BE49-F238E27FC236}">
                <a16:creationId xmlns:a16="http://schemas.microsoft.com/office/drawing/2014/main" id="{BE10CC2B-D23B-0449-0FEE-2E7E68A976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7333" y="1919335"/>
            <a:ext cx="6605769" cy="4079063"/>
          </a:xfrm>
          <a:prstGeom prst="rect">
            <a:avLst/>
          </a:prstGeom>
        </p:spPr>
      </p:pic>
      <p:graphicFrame>
        <p:nvGraphicFramePr>
          <p:cNvPr id="4" name="Content Placeholder 3">
            <a:extLst>
              <a:ext uri="{FF2B5EF4-FFF2-40B4-BE49-F238E27FC236}">
                <a16:creationId xmlns:a16="http://schemas.microsoft.com/office/drawing/2014/main" id="{52BED06F-9BDB-3CC4-F5F9-FEE0D42DC137}"/>
              </a:ext>
            </a:extLst>
          </p:cNvPr>
          <p:cNvGraphicFramePr>
            <a:graphicFrameLocks noGrp="1"/>
          </p:cNvGraphicFramePr>
          <p:nvPr>
            <p:ph idx="1"/>
            <p:extLst>
              <p:ext uri="{D42A27DB-BD31-4B8C-83A1-F6EECF244321}">
                <p14:modId xmlns:p14="http://schemas.microsoft.com/office/powerpoint/2010/main" val="91981087"/>
              </p:ext>
            </p:extLst>
          </p:nvPr>
        </p:nvGraphicFramePr>
        <p:xfrm>
          <a:off x="7900736" y="1814763"/>
          <a:ext cx="4061448" cy="1722785"/>
        </p:xfrm>
        <a:graphic>
          <a:graphicData uri="http://schemas.openxmlformats.org/drawingml/2006/table">
            <a:tbl>
              <a:tblPr firstRow="1" firstCol="1" bandRow="1">
                <a:tableStyleId>{5C22544A-7EE6-4342-B048-85BDC9FD1C3A}</a:tableStyleId>
              </a:tblPr>
              <a:tblGrid>
                <a:gridCol w="676908">
                  <a:extLst>
                    <a:ext uri="{9D8B030D-6E8A-4147-A177-3AD203B41FA5}">
                      <a16:colId xmlns:a16="http://schemas.microsoft.com/office/drawing/2014/main" val="232712453"/>
                    </a:ext>
                  </a:extLst>
                </a:gridCol>
                <a:gridCol w="676908">
                  <a:extLst>
                    <a:ext uri="{9D8B030D-6E8A-4147-A177-3AD203B41FA5}">
                      <a16:colId xmlns:a16="http://schemas.microsoft.com/office/drawing/2014/main" val="4190442678"/>
                    </a:ext>
                  </a:extLst>
                </a:gridCol>
                <a:gridCol w="676908">
                  <a:extLst>
                    <a:ext uri="{9D8B030D-6E8A-4147-A177-3AD203B41FA5}">
                      <a16:colId xmlns:a16="http://schemas.microsoft.com/office/drawing/2014/main" val="484228927"/>
                    </a:ext>
                  </a:extLst>
                </a:gridCol>
                <a:gridCol w="676908">
                  <a:extLst>
                    <a:ext uri="{9D8B030D-6E8A-4147-A177-3AD203B41FA5}">
                      <a16:colId xmlns:a16="http://schemas.microsoft.com/office/drawing/2014/main" val="2490800108"/>
                    </a:ext>
                  </a:extLst>
                </a:gridCol>
                <a:gridCol w="676908">
                  <a:extLst>
                    <a:ext uri="{9D8B030D-6E8A-4147-A177-3AD203B41FA5}">
                      <a16:colId xmlns:a16="http://schemas.microsoft.com/office/drawing/2014/main" val="3737994885"/>
                    </a:ext>
                  </a:extLst>
                </a:gridCol>
                <a:gridCol w="676908">
                  <a:extLst>
                    <a:ext uri="{9D8B030D-6E8A-4147-A177-3AD203B41FA5}">
                      <a16:colId xmlns:a16="http://schemas.microsoft.com/office/drawing/2014/main" val="3011681514"/>
                    </a:ext>
                  </a:extLst>
                </a:gridCol>
              </a:tblGrid>
              <a:tr h="243973">
                <a:tc>
                  <a:txBody>
                    <a:bodyPr/>
                    <a:lstStyle/>
                    <a:p>
                      <a:pPr marL="0" marR="0"/>
                      <a:endParaRPr lang="en-US" sz="1200" kern="100">
                        <a:effectLst/>
                        <a:latin typeface="Aptos Narrow"/>
                        <a:ea typeface="Aptos" panose="020B0004020202020204" pitchFamily="34" charset="0"/>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r>
                        <a:rPr lang="en-US" sz="1100" b="1" kern="0">
                          <a:solidFill>
                            <a:srgbClr val="000000"/>
                          </a:solidFill>
                          <a:effectLst/>
                          <a:latin typeface="Aptos Narrow"/>
                          <a:ea typeface="Times New Roman" panose="02020603050405020304" pitchFamily="18" charset="0"/>
                          <a:cs typeface="Times New Roman"/>
                        </a:rPr>
                        <a:t>Pts/MP</a:t>
                      </a:r>
                      <a:endParaRPr lang="en-US" sz="1200" kern="100">
                        <a:effectLst/>
                        <a:latin typeface="Aptos Narrow"/>
                        <a:ea typeface="Aptos" panose="020B0004020202020204" pitchFamily="34" charset="0"/>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r>
                        <a:rPr lang="en-US" sz="1100" b="1" kern="0">
                          <a:solidFill>
                            <a:srgbClr val="000000"/>
                          </a:solidFill>
                          <a:effectLst/>
                          <a:latin typeface="Aptos Narrow"/>
                          <a:ea typeface="Times New Roman" panose="02020603050405020304" pitchFamily="18" charset="0"/>
                          <a:cs typeface="Times New Roman"/>
                        </a:rPr>
                        <a:t>$L-Manager Change</a:t>
                      </a:r>
                      <a:endParaRPr lang="en-US" sz="1200" kern="100">
                        <a:effectLst/>
                        <a:latin typeface="Aptos Narrow"/>
                        <a:ea typeface="Aptos" panose="020B0004020202020204" pitchFamily="34" charset="0"/>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r>
                        <a:rPr lang="en-US" sz="1100" b="1" kern="0">
                          <a:solidFill>
                            <a:srgbClr val="000000"/>
                          </a:solidFill>
                          <a:effectLst/>
                          <a:latin typeface="Aptos Narrow"/>
                          <a:ea typeface="Times New Roman" panose="02020603050405020304" pitchFamily="18" charset="0"/>
                          <a:cs typeface="Times New Roman"/>
                        </a:rPr>
                        <a:t>$LP-Manager Change</a:t>
                      </a:r>
                      <a:endParaRPr lang="en-US" sz="1200" kern="100">
                        <a:effectLst/>
                        <a:latin typeface="Aptos Narrow"/>
                        <a:ea typeface="Aptos" panose="020B0004020202020204" pitchFamily="34" charset="0"/>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r>
                        <a:rPr lang="en-US" sz="1100" b="1" kern="0">
                          <a:solidFill>
                            <a:srgbClr val="000000"/>
                          </a:solidFill>
                          <a:effectLst/>
                          <a:latin typeface="Aptos Narrow"/>
                          <a:ea typeface="Times New Roman" panose="02020603050405020304" pitchFamily="18" charset="0"/>
                          <a:cs typeface="Times New Roman"/>
                        </a:rPr>
                        <a:t>$LP-0</a:t>
                      </a:r>
                      <a:endParaRPr lang="en-US" sz="1200" kern="100">
                        <a:effectLst/>
                        <a:latin typeface="Aptos Narrow"/>
                        <a:ea typeface="Aptos" panose="020B0004020202020204" pitchFamily="34" charset="0"/>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r>
                        <a:rPr lang="en-US" sz="1100" b="1" kern="0">
                          <a:solidFill>
                            <a:srgbClr val="000000"/>
                          </a:solidFill>
                          <a:effectLst/>
                          <a:latin typeface="Aptos Narrow"/>
                          <a:ea typeface="Times New Roman" panose="02020603050405020304" pitchFamily="18" charset="0"/>
                          <a:cs typeface="Times New Roman"/>
                        </a:rPr>
                        <a:t>$LP-1</a:t>
                      </a:r>
                      <a:endParaRPr lang="en-US" sz="1200" kern="100">
                        <a:effectLst/>
                        <a:latin typeface="Aptos Narrow"/>
                        <a:ea typeface="Aptos" panose="020B0004020202020204" pitchFamily="34" charset="0"/>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5550568"/>
                  </a:ext>
                </a:extLst>
              </a:tr>
              <a:tr h="243973">
                <a:tc>
                  <a:txBody>
                    <a:bodyPr/>
                    <a:lstStyle/>
                    <a:p>
                      <a:pPr marL="0" marR="0"/>
                      <a:r>
                        <a:rPr lang="en-US" sz="1100" kern="0">
                          <a:solidFill>
                            <a:srgbClr val="000000"/>
                          </a:solidFill>
                          <a:effectLst/>
                          <a:latin typeface="Aptos Narrow"/>
                          <a:ea typeface="Times New Roman" panose="02020603050405020304" pitchFamily="18" charset="0"/>
                          <a:cs typeface="Times New Roman"/>
                        </a:rPr>
                        <a:t>2022-23</a:t>
                      </a:r>
                      <a:endParaRPr lang="en-US" sz="1200" kern="100">
                        <a:effectLst/>
                        <a:latin typeface="Aptos Narrow"/>
                        <a:ea typeface="Aptos" panose="020B0004020202020204" pitchFamily="34" charset="0"/>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r>
                        <a:rPr lang="en-US" sz="1100" kern="0">
                          <a:solidFill>
                            <a:srgbClr val="000000"/>
                          </a:solidFill>
                          <a:effectLst/>
                          <a:latin typeface="Aptos Narrow"/>
                          <a:ea typeface="Times New Roman" panose="02020603050405020304" pitchFamily="18" charset="0"/>
                          <a:cs typeface="Times New Roman"/>
                        </a:rPr>
                        <a:t>1.29</a:t>
                      </a:r>
                      <a:endParaRPr lang="en-US" sz="1200" kern="100">
                        <a:effectLst/>
                        <a:latin typeface="Aptos Narrow"/>
                        <a:ea typeface="Aptos" panose="020B0004020202020204" pitchFamily="34" charset="0"/>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r>
                        <a:rPr lang="en-US" sz="1100" kern="0">
                          <a:solidFill>
                            <a:srgbClr val="000000"/>
                          </a:solidFill>
                          <a:effectLst/>
                          <a:latin typeface="Aptos Narrow"/>
                          <a:ea typeface="Times New Roman" panose="02020603050405020304" pitchFamily="18" charset="0"/>
                          <a:cs typeface="Times New Roman"/>
                        </a:rPr>
                        <a:t>1</a:t>
                      </a:r>
                      <a:endParaRPr lang="en-US" sz="1200" kern="100">
                        <a:effectLst/>
                        <a:latin typeface="Aptos Narrow"/>
                        <a:ea typeface="Aptos" panose="020B0004020202020204" pitchFamily="34" charset="0"/>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r>
                        <a:rPr lang="en-US" sz="1100" kern="0">
                          <a:solidFill>
                            <a:srgbClr val="000000"/>
                          </a:solidFill>
                          <a:effectLst/>
                          <a:latin typeface="Aptos Narrow"/>
                          <a:ea typeface="Times New Roman" panose="02020603050405020304" pitchFamily="18" charset="0"/>
                          <a:cs typeface="Times New Roman"/>
                        </a:rPr>
                        <a:t>0.708</a:t>
                      </a:r>
                      <a:endParaRPr lang="en-US" sz="1200" kern="100">
                        <a:effectLst/>
                        <a:latin typeface="Aptos Narrow"/>
                        <a:ea typeface="Aptos" panose="020B0004020202020204" pitchFamily="34" charset="0"/>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r>
                        <a:rPr lang="en-US" sz="1100" kern="0">
                          <a:solidFill>
                            <a:srgbClr val="000000"/>
                          </a:solidFill>
                          <a:effectLst/>
                          <a:latin typeface="Aptos Narrow"/>
                          <a:ea typeface="Times New Roman" panose="02020603050405020304" pitchFamily="18" charset="0"/>
                          <a:cs typeface="Times New Roman"/>
                        </a:rPr>
                        <a:t>0.292</a:t>
                      </a:r>
                      <a:endParaRPr lang="en-US" sz="1200" kern="100">
                        <a:effectLst/>
                        <a:latin typeface="Aptos Narrow"/>
                        <a:ea typeface="Aptos" panose="020B0004020202020204" pitchFamily="34" charset="0"/>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r>
                        <a:rPr lang="en-US" sz="1100" kern="0">
                          <a:solidFill>
                            <a:srgbClr val="000000"/>
                          </a:solidFill>
                          <a:effectLst/>
                          <a:latin typeface="Aptos Narrow"/>
                          <a:ea typeface="Times New Roman" panose="02020603050405020304" pitchFamily="18" charset="0"/>
                          <a:cs typeface="Times New Roman"/>
                        </a:rPr>
                        <a:t>0.708</a:t>
                      </a:r>
                      <a:endParaRPr lang="en-US" sz="1200" kern="100">
                        <a:effectLst/>
                        <a:latin typeface="Aptos Narrow"/>
                        <a:ea typeface="Aptos" panose="020B0004020202020204" pitchFamily="34" charset="0"/>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86366115"/>
                  </a:ext>
                </a:extLst>
              </a:tr>
              <a:tr h="243973">
                <a:tc>
                  <a:txBody>
                    <a:bodyPr/>
                    <a:lstStyle/>
                    <a:p>
                      <a:pPr marL="0" marR="0"/>
                      <a:r>
                        <a:rPr lang="en-US" sz="1100" kern="0">
                          <a:solidFill>
                            <a:srgbClr val="000000"/>
                          </a:solidFill>
                          <a:effectLst/>
                          <a:latin typeface="Aptos Narrow"/>
                          <a:ea typeface="Times New Roman" panose="02020603050405020304" pitchFamily="18" charset="0"/>
                          <a:cs typeface="Times New Roman"/>
                        </a:rPr>
                        <a:t>2018-19</a:t>
                      </a:r>
                      <a:endParaRPr lang="en-US" sz="1200" kern="100">
                        <a:effectLst/>
                        <a:latin typeface="Aptos Narrow"/>
                        <a:ea typeface="Aptos" panose="020B0004020202020204" pitchFamily="34" charset="0"/>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r>
                        <a:rPr lang="en-US" sz="1100" kern="0">
                          <a:solidFill>
                            <a:srgbClr val="000000"/>
                          </a:solidFill>
                          <a:effectLst/>
                          <a:latin typeface="Aptos Narrow"/>
                          <a:ea typeface="Times New Roman" panose="02020603050405020304" pitchFamily="18" charset="0"/>
                          <a:cs typeface="Times New Roman"/>
                        </a:rPr>
                        <a:t>1.61</a:t>
                      </a:r>
                      <a:endParaRPr lang="en-US" sz="1200" kern="100">
                        <a:effectLst/>
                        <a:latin typeface="Aptos Narrow"/>
                        <a:ea typeface="Aptos" panose="020B0004020202020204" pitchFamily="34" charset="0"/>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r>
                        <a:rPr lang="en-US" sz="1100" kern="0">
                          <a:solidFill>
                            <a:srgbClr val="000000"/>
                          </a:solidFill>
                          <a:effectLst/>
                          <a:latin typeface="Aptos Narrow"/>
                          <a:ea typeface="Times New Roman" panose="02020603050405020304" pitchFamily="18" charset="0"/>
                          <a:cs typeface="Times New Roman"/>
                        </a:rPr>
                        <a:t>1</a:t>
                      </a:r>
                      <a:endParaRPr lang="en-US" sz="1200" kern="100">
                        <a:effectLst/>
                        <a:latin typeface="Aptos Narrow"/>
                        <a:ea typeface="Aptos" panose="020B0004020202020204" pitchFamily="34" charset="0"/>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r>
                        <a:rPr lang="en-US" sz="1100" kern="0">
                          <a:solidFill>
                            <a:srgbClr val="000000"/>
                          </a:solidFill>
                          <a:effectLst/>
                          <a:latin typeface="Aptos Narrow"/>
                          <a:ea typeface="Times New Roman" panose="02020603050405020304" pitchFamily="18" charset="0"/>
                          <a:cs typeface="Times New Roman"/>
                        </a:rPr>
                        <a:t>0.839</a:t>
                      </a:r>
                      <a:endParaRPr lang="en-US" sz="1200" kern="100">
                        <a:effectLst/>
                        <a:latin typeface="Aptos Narrow"/>
                        <a:ea typeface="Aptos" panose="020B0004020202020204" pitchFamily="34" charset="0"/>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r>
                        <a:rPr lang="en-US" sz="1100" kern="0">
                          <a:solidFill>
                            <a:srgbClr val="000000"/>
                          </a:solidFill>
                          <a:effectLst/>
                          <a:latin typeface="Aptos Narrow"/>
                          <a:ea typeface="Times New Roman" panose="02020603050405020304" pitchFamily="18" charset="0"/>
                          <a:cs typeface="Times New Roman"/>
                        </a:rPr>
                        <a:t>0.161</a:t>
                      </a:r>
                      <a:endParaRPr lang="en-US" sz="1200" kern="100">
                        <a:effectLst/>
                        <a:latin typeface="Aptos Narrow"/>
                        <a:ea typeface="Aptos" panose="020B0004020202020204" pitchFamily="34" charset="0"/>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r>
                        <a:rPr lang="en-US" sz="1100" kern="0">
                          <a:solidFill>
                            <a:srgbClr val="000000"/>
                          </a:solidFill>
                          <a:effectLst/>
                          <a:latin typeface="Aptos Narrow"/>
                          <a:ea typeface="Times New Roman" panose="02020603050405020304" pitchFamily="18" charset="0"/>
                          <a:cs typeface="Times New Roman"/>
                        </a:rPr>
                        <a:t>0.839</a:t>
                      </a:r>
                      <a:endParaRPr lang="en-US" sz="1200" kern="100">
                        <a:effectLst/>
                        <a:latin typeface="Aptos Narrow"/>
                        <a:ea typeface="Aptos" panose="020B0004020202020204" pitchFamily="34" charset="0"/>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48340538"/>
                  </a:ext>
                </a:extLst>
              </a:tr>
              <a:tr h="243973">
                <a:tc>
                  <a:txBody>
                    <a:bodyPr/>
                    <a:lstStyle/>
                    <a:p>
                      <a:pPr marL="0" marR="0"/>
                      <a:r>
                        <a:rPr lang="en-US" sz="1100" kern="0">
                          <a:solidFill>
                            <a:srgbClr val="000000"/>
                          </a:solidFill>
                          <a:effectLst/>
                          <a:latin typeface="Aptos Narrow"/>
                          <a:ea typeface="Times New Roman" panose="02020603050405020304" pitchFamily="18" charset="0"/>
                          <a:cs typeface="Times New Roman"/>
                        </a:rPr>
                        <a:t>2011-12</a:t>
                      </a:r>
                      <a:endParaRPr lang="en-US" sz="1200" kern="100">
                        <a:effectLst/>
                        <a:latin typeface="Aptos Narrow"/>
                        <a:ea typeface="Aptos" panose="020B0004020202020204" pitchFamily="34" charset="0"/>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r>
                        <a:rPr lang="en-US" sz="1100" kern="0">
                          <a:solidFill>
                            <a:srgbClr val="000000"/>
                          </a:solidFill>
                          <a:effectLst/>
                          <a:latin typeface="Aptos Narrow"/>
                          <a:ea typeface="Times New Roman" panose="02020603050405020304" pitchFamily="18" charset="0"/>
                          <a:cs typeface="Times New Roman"/>
                        </a:rPr>
                        <a:t>1.61</a:t>
                      </a:r>
                      <a:endParaRPr lang="en-US" sz="1200" kern="100">
                        <a:effectLst/>
                        <a:latin typeface="Aptos Narrow"/>
                        <a:ea typeface="Aptos" panose="020B0004020202020204" pitchFamily="34" charset="0"/>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r>
                        <a:rPr lang="en-US" sz="1100" kern="0">
                          <a:solidFill>
                            <a:srgbClr val="000000"/>
                          </a:solidFill>
                          <a:effectLst/>
                          <a:latin typeface="Aptos Narrow"/>
                          <a:ea typeface="Times New Roman" panose="02020603050405020304" pitchFamily="18" charset="0"/>
                          <a:cs typeface="Times New Roman"/>
                        </a:rPr>
                        <a:t>1</a:t>
                      </a:r>
                      <a:endParaRPr lang="en-US" sz="1200" kern="100">
                        <a:effectLst/>
                        <a:latin typeface="Aptos Narrow"/>
                        <a:ea typeface="Aptos" panose="020B0004020202020204" pitchFamily="34" charset="0"/>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r>
                        <a:rPr lang="en-US" sz="1100" kern="0">
                          <a:solidFill>
                            <a:srgbClr val="000000"/>
                          </a:solidFill>
                          <a:effectLst/>
                          <a:latin typeface="Aptos Narrow"/>
                          <a:ea typeface="Times New Roman" panose="02020603050405020304" pitchFamily="18" charset="0"/>
                          <a:cs typeface="Times New Roman"/>
                        </a:rPr>
                        <a:t>0.751</a:t>
                      </a:r>
                      <a:endParaRPr lang="en-US" sz="1200" kern="100">
                        <a:effectLst/>
                        <a:latin typeface="Aptos Narrow"/>
                        <a:ea typeface="Aptos" panose="020B0004020202020204" pitchFamily="34" charset="0"/>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r>
                        <a:rPr lang="en-US" sz="1100" kern="0">
                          <a:solidFill>
                            <a:srgbClr val="000000"/>
                          </a:solidFill>
                          <a:effectLst/>
                          <a:latin typeface="Aptos Narrow"/>
                          <a:ea typeface="Times New Roman" panose="02020603050405020304" pitchFamily="18" charset="0"/>
                          <a:cs typeface="Times New Roman"/>
                        </a:rPr>
                        <a:t>0.249</a:t>
                      </a:r>
                      <a:endParaRPr lang="en-US" sz="1200" kern="100">
                        <a:effectLst/>
                        <a:latin typeface="Aptos Narrow"/>
                        <a:ea typeface="Aptos" panose="020B0004020202020204" pitchFamily="34" charset="0"/>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r>
                        <a:rPr lang="en-US" sz="1100" kern="0">
                          <a:solidFill>
                            <a:srgbClr val="000000"/>
                          </a:solidFill>
                          <a:effectLst/>
                          <a:latin typeface="Aptos Narrow"/>
                          <a:ea typeface="Times New Roman" panose="02020603050405020304" pitchFamily="18" charset="0"/>
                          <a:cs typeface="Times New Roman"/>
                        </a:rPr>
                        <a:t>0.751</a:t>
                      </a:r>
                      <a:endParaRPr lang="en-US" sz="1200" kern="100">
                        <a:effectLst/>
                        <a:latin typeface="Aptos Narrow"/>
                        <a:ea typeface="Aptos" panose="020B0004020202020204" pitchFamily="34" charset="0"/>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43779184"/>
                  </a:ext>
                </a:extLst>
              </a:tr>
              <a:tr h="243973">
                <a:tc>
                  <a:txBody>
                    <a:bodyPr/>
                    <a:lstStyle/>
                    <a:p>
                      <a:pPr marL="0" marR="0"/>
                      <a:r>
                        <a:rPr lang="en-US" sz="1100" kern="0">
                          <a:solidFill>
                            <a:srgbClr val="000000"/>
                          </a:solidFill>
                          <a:effectLst/>
                          <a:latin typeface="Aptos Narrow"/>
                          <a:ea typeface="Times New Roman" panose="02020603050405020304" pitchFamily="18" charset="0"/>
                          <a:cs typeface="Times New Roman"/>
                        </a:rPr>
                        <a:t>2008-09</a:t>
                      </a:r>
                      <a:endParaRPr lang="en-US" sz="1200" kern="100">
                        <a:effectLst/>
                        <a:latin typeface="Aptos Narrow"/>
                        <a:ea typeface="Aptos" panose="020B0004020202020204" pitchFamily="34" charset="0"/>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marL="0" marR="0" algn="r"/>
                      <a:r>
                        <a:rPr lang="en-US" sz="1100" kern="0">
                          <a:solidFill>
                            <a:srgbClr val="000000"/>
                          </a:solidFill>
                          <a:effectLst/>
                          <a:latin typeface="Aptos Narrow"/>
                          <a:ea typeface="Times New Roman" panose="02020603050405020304" pitchFamily="18" charset="0"/>
                          <a:cs typeface="Times New Roman"/>
                        </a:rPr>
                        <a:t>1.87</a:t>
                      </a:r>
                      <a:endParaRPr lang="en-US" sz="1200" kern="100">
                        <a:effectLst/>
                        <a:latin typeface="Aptos Narrow"/>
                        <a:ea typeface="Aptos" panose="020B0004020202020204" pitchFamily="34" charset="0"/>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marL="0" marR="0" algn="r"/>
                      <a:r>
                        <a:rPr lang="en-US" sz="1100" kern="0">
                          <a:solidFill>
                            <a:srgbClr val="000000"/>
                          </a:solidFill>
                          <a:effectLst/>
                          <a:latin typeface="Aptos Narrow"/>
                          <a:ea typeface="Times New Roman" panose="02020603050405020304" pitchFamily="18" charset="0"/>
                          <a:cs typeface="Times New Roman"/>
                        </a:rPr>
                        <a:t>0</a:t>
                      </a:r>
                      <a:endParaRPr lang="en-US" sz="1200" kern="100">
                        <a:effectLst/>
                        <a:latin typeface="Aptos Narrow"/>
                        <a:ea typeface="Aptos" panose="020B0004020202020204" pitchFamily="34" charset="0"/>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marL="0" marR="0" algn="r"/>
                      <a:r>
                        <a:rPr lang="en-US" sz="1100" kern="0">
                          <a:solidFill>
                            <a:srgbClr val="000000"/>
                          </a:solidFill>
                          <a:effectLst/>
                          <a:latin typeface="Aptos Narrow"/>
                          <a:ea typeface="Times New Roman" panose="02020603050405020304" pitchFamily="18" charset="0"/>
                          <a:cs typeface="Times New Roman"/>
                        </a:rPr>
                        <a:t>0.657</a:t>
                      </a:r>
                      <a:endParaRPr lang="en-US" sz="1200" kern="100">
                        <a:effectLst/>
                        <a:latin typeface="Aptos Narrow"/>
                        <a:ea typeface="Aptos" panose="020B0004020202020204" pitchFamily="34" charset="0"/>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marL="0" marR="0" algn="r"/>
                      <a:r>
                        <a:rPr lang="en-US" sz="1100" kern="0">
                          <a:solidFill>
                            <a:srgbClr val="000000"/>
                          </a:solidFill>
                          <a:effectLst/>
                          <a:latin typeface="Aptos Narrow"/>
                          <a:ea typeface="Times New Roman" panose="02020603050405020304" pitchFamily="18" charset="0"/>
                          <a:cs typeface="Times New Roman"/>
                        </a:rPr>
                        <a:t>0.657</a:t>
                      </a:r>
                      <a:endParaRPr lang="en-US" sz="1200" kern="100">
                        <a:effectLst/>
                        <a:latin typeface="Aptos Narrow"/>
                        <a:ea typeface="Aptos" panose="020B0004020202020204" pitchFamily="34" charset="0"/>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marL="0" marR="0" algn="r"/>
                      <a:r>
                        <a:rPr lang="en-US" sz="1100" kern="0">
                          <a:solidFill>
                            <a:srgbClr val="000000"/>
                          </a:solidFill>
                          <a:effectLst/>
                          <a:latin typeface="Aptos Narrow"/>
                          <a:ea typeface="Times New Roman" panose="02020603050405020304" pitchFamily="18" charset="0"/>
                          <a:cs typeface="Times New Roman"/>
                        </a:rPr>
                        <a:t>0.343</a:t>
                      </a:r>
                      <a:endParaRPr lang="en-US" sz="1200" kern="100">
                        <a:effectLst/>
                        <a:latin typeface="Aptos Narrow"/>
                        <a:ea typeface="Aptos" panose="020B0004020202020204" pitchFamily="34" charset="0"/>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323154894"/>
                  </a:ext>
                </a:extLst>
              </a:tr>
              <a:tr h="243973">
                <a:tc>
                  <a:txBody>
                    <a:bodyPr/>
                    <a:lstStyle/>
                    <a:p>
                      <a:pPr marL="0" marR="0"/>
                      <a:endParaRPr lang="en-US" sz="1200" kern="100">
                        <a:effectLst/>
                        <a:latin typeface="Aptos Narrow"/>
                        <a:ea typeface="Aptos" panose="020B0004020202020204" pitchFamily="34" charset="0"/>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marL="0" marR="0" algn="r"/>
                      <a:endParaRPr lang="en-US" sz="1200" kern="100">
                        <a:effectLst/>
                        <a:latin typeface="Aptos Narrow"/>
                        <a:ea typeface="Aptos" panose="020B0004020202020204" pitchFamily="34" charset="0"/>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marL="0" marR="0" algn="r"/>
                      <a:endParaRPr lang="en-US" sz="1200" kern="100">
                        <a:effectLst/>
                        <a:latin typeface="Aptos Narrow"/>
                        <a:ea typeface="Aptos" panose="020B0004020202020204" pitchFamily="34" charset="0"/>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marL="0" marR="0" algn="r"/>
                      <a:endParaRPr lang="en-US" sz="1200" kern="100">
                        <a:effectLst/>
                        <a:latin typeface="Aptos Narrow"/>
                        <a:ea typeface="Aptos" panose="020B0004020202020204" pitchFamily="34" charset="0"/>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marL="0" marR="0" algn="r"/>
                      <a:endParaRPr lang="en-US" sz="1200" kern="100">
                        <a:effectLst/>
                        <a:latin typeface="Aptos Narrow"/>
                        <a:ea typeface="Aptos" panose="020B0004020202020204" pitchFamily="34" charset="0"/>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marL="0" marR="0" algn="r"/>
                      <a:endParaRPr lang="en-US" sz="1200" kern="100">
                        <a:effectLst/>
                        <a:latin typeface="Aptos Narrow"/>
                        <a:ea typeface="Aptos" panose="020B0004020202020204" pitchFamily="34" charset="0"/>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62105371"/>
                  </a:ext>
                </a:extLst>
              </a:tr>
            </a:tbl>
          </a:graphicData>
        </a:graphic>
      </p:graphicFrame>
      <p:cxnSp>
        <p:nvCxnSpPr>
          <p:cNvPr id="32" name="Straight Connector 31">
            <a:extLst>
              <a:ext uri="{FF2B5EF4-FFF2-40B4-BE49-F238E27FC236}">
                <a16:creationId xmlns:a16="http://schemas.microsoft.com/office/drawing/2014/main" id="{C58D2D3E-B980-4D6F-BBFB-DF7A3A9472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8602" y="6287813"/>
            <a:ext cx="110547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C0042158-0330-AA05-6D51-D7A879827D86}"/>
              </a:ext>
            </a:extLst>
          </p:cNvPr>
          <p:cNvSpPr txBox="1"/>
          <p:nvPr/>
        </p:nvSpPr>
        <p:spPr>
          <a:xfrm>
            <a:off x="7730288" y="3649576"/>
            <a:ext cx="3900237"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err="1"/>
              <a:t>Baraja</a:t>
            </a:r>
            <a:r>
              <a:rPr lang="en-US" sz="1600"/>
              <a:t> will remain appointed under the parameters that he achieve a Pts/MP score after the season greater than 1.505</a:t>
            </a:r>
          </a:p>
          <a:p>
            <a:pPr marL="285750" indent="-285750">
              <a:buFont typeface="Arial"/>
              <a:buChar char="•"/>
            </a:pPr>
            <a:endParaRPr lang="en-US" sz="1600"/>
          </a:p>
          <a:p>
            <a:pPr marL="285750" indent="-285750">
              <a:buFont typeface="Arial"/>
              <a:buChar char="•"/>
            </a:pPr>
            <a:r>
              <a:rPr lang="en-US" sz="1600"/>
              <a:t>His position will be under review and a deadline to achieve this will be implemented. The actual date will be set at the discretion of the key stakeholders</a:t>
            </a:r>
          </a:p>
        </p:txBody>
      </p:sp>
    </p:spTree>
    <p:extLst>
      <p:ext uri="{BB962C8B-B14F-4D97-AF65-F5344CB8AC3E}">
        <p14:creationId xmlns:p14="http://schemas.microsoft.com/office/powerpoint/2010/main" val="41303129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07CD5-0FA3-1188-6CAA-D82D75A2475C}"/>
              </a:ext>
            </a:extLst>
          </p:cNvPr>
          <p:cNvSpPr>
            <a:spLocks noGrp="1"/>
          </p:cNvSpPr>
          <p:nvPr>
            <p:ph type="title"/>
          </p:nvPr>
        </p:nvSpPr>
        <p:spPr/>
        <p:txBody>
          <a:bodyPr/>
          <a:lstStyle/>
          <a:p>
            <a:r>
              <a:rPr lang="en-US" b="1"/>
              <a:t>References</a:t>
            </a:r>
            <a:endParaRPr lang="en-US"/>
          </a:p>
        </p:txBody>
      </p:sp>
      <p:sp>
        <p:nvSpPr>
          <p:cNvPr id="3" name="Content Placeholder 2">
            <a:extLst>
              <a:ext uri="{FF2B5EF4-FFF2-40B4-BE49-F238E27FC236}">
                <a16:creationId xmlns:a16="http://schemas.microsoft.com/office/drawing/2014/main" id="{3D079B8F-0115-24C1-477A-587265C8F314}"/>
              </a:ext>
            </a:extLst>
          </p:cNvPr>
          <p:cNvSpPr>
            <a:spLocks noGrp="1"/>
          </p:cNvSpPr>
          <p:nvPr>
            <p:ph idx="1"/>
          </p:nvPr>
        </p:nvSpPr>
        <p:spPr/>
        <p:txBody>
          <a:bodyPr vert="horz" lIns="91440" tIns="45720" rIns="91440" bIns="45720" rtlCol="0" anchor="t">
            <a:normAutofit fontScale="92500" lnSpcReduction="20000"/>
          </a:bodyPr>
          <a:lstStyle/>
          <a:p>
            <a:pPr algn="just"/>
            <a:r>
              <a:rPr lang="en-US" sz="1600" b="1">
                <a:latin typeface="Arial"/>
                <a:cs typeface="Arial"/>
              </a:rPr>
              <a:t>Valencia CF. (2023, February 15). </a:t>
            </a:r>
            <a:r>
              <a:rPr lang="en-US" sz="1600" b="1" i="1" err="1">
                <a:latin typeface="Arial"/>
                <a:cs typeface="Arial"/>
              </a:rPr>
              <a:t>Baraja</a:t>
            </a:r>
            <a:r>
              <a:rPr lang="en-US" sz="1600" b="1" i="1">
                <a:latin typeface="Arial"/>
                <a:cs typeface="Arial"/>
              </a:rPr>
              <a:t>: For me, coaching Valencia CF is my lifelong dream.</a:t>
            </a:r>
            <a:r>
              <a:rPr lang="en-US" sz="1600" b="1">
                <a:latin typeface="Arial"/>
                <a:cs typeface="Arial"/>
              </a:rPr>
              <a:t> Valencia CF. </a:t>
            </a:r>
            <a:r>
              <a:rPr lang="en-US" sz="1600" b="1">
                <a:latin typeface="Arial"/>
                <a:cs typeface="Arial"/>
                <a:hlinkClick r:id="rId2">
                  <a:extLst>
                    <a:ext uri="{A12FA001-AC4F-418D-AE19-62706E023703}">
                      <ahyp:hlinkClr xmlns:ahyp="http://schemas.microsoft.com/office/drawing/2018/hyperlinkcolor" val="tx"/>
                    </a:ext>
                  </a:extLst>
                </a:hlinkClick>
              </a:rPr>
              <a:t>https://www.valenciacf.com/en-baraja-for-me-coaching-valencia-cf-is-my-lifelong-dream-2023-02-15</a:t>
            </a:r>
            <a:endParaRPr lang="en-US" sz="1600">
              <a:latin typeface="Arial"/>
              <a:cs typeface="Arial"/>
            </a:endParaRPr>
          </a:p>
          <a:p>
            <a:pPr algn="just"/>
            <a:r>
              <a:rPr lang="en-US" sz="1600" b="1" err="1">
                <a:latin typeface="Arial"/>
                <a:cs typeface="Arial"/>
              </a:rPr>
              <a:t>Transfermarkt</a:t>
            </a:r>
            <a:r>
              <a:rPr lang="en-US" sz="1600" b="1">
                <a:latin typeface="Arial"/>
                <a:cs typeface="Arial"/>
              </a:rPr>
              <a:t>. (2024). </a:t>
            </a:r>
            <a:r>
              <a:rPr lang="en-US" sz="1600" b="1" i="1">
                <a:latin typeface="Arial"/>
                <a:cs typeface="Arial"/>
              </a:rPr>
              <a:t>Valencia CF performance data 2024.</a:t>
            </a:r>
            <a:r>
              <a:rPr lang="en-US" sz="1600" b="1">
                <a:latin typeface="Arial"/>
                <a:cs typeface="Arial"/>
              </a:rPr>
              <a:t> </a:t>
            </a:r>
            <a:r>
              <a:rPr lang="en-US" sz="1600" b="1">
                <a:latin typeface="Arial"/>
                <a:cs typeface="Arial"/>
                <a:hlinkClick r:id="rId3">
                  <a:extLst>
                    <a:ext uri="{A12FA001-AC4F-418D-AE19-62706E023703}">
                      <ahyp:hlinkClr xmlns:ahyp="http://schemas.microsoft.com/office/drawing/2018/hyperlinkcolor" val="tx"/>
                    </a:ext>
                  </a:extLst>
                </a:hlinkClick>
              </a:rPr>
              <a:t>https://www.transfermarkt.com/valencia-cf/leistungsdaten/verein/1049/reldata/ES1%262024</a:t>
            </a:r>
            <a:endParaRPr lang="en-US" sz="1600">
              <a:latin typeface="Arial"/>
              <a:cs typeface="Arial"/>
            </a:endParaRPr>
          </a:p>
          <a:p>
            <a:pPr algn="just"/>
            <a:r>
              <a:rPr lang="en-US" sz="1600" b="1">
                <a:latin typeface="Arial"/>
                <a:cs typeface="Arial"/>
              </a:rPr>
              <a:t>Valencia CF. (2020, November 4). </a:t>
            </a:r>
            <a:r>
              <a:rPr lang="en-US" sz="1600" b="1" i="1">
                <a:latin typeface="Arial"/>
                <a:cs typeface="Arial"/>
              </a:rPr>
              <a:t>Dani Roca (</a:t>
            </a:r>
            <a:r>
              <a:rPr lang="en-US" sz="1600" b="1" i="1" err="1">
                <a:latin typeface="Arial"/>
                <a:cs typeface="Arial"/>
              </a:rPr>
              <a:t>Blinkfire</a:t>
            </a:r>
            <a:r>
              <a:rPr lang="en-US" sz="1600" b="1" i="1">
                <a:latin typeface="Arial"/>
                <a:cs typeface="Arial"/>
              </a:rPr>
              <a:t> Analytics): Valencia CF are a global benchmark in sponsor exposure on social networks.</a:t>
            </a:r>
            <a:r>
              <a:rPr lang="en-US" sz="1600" b="1">
                <a:latin typeface="Arial"/>
                <a:cs typeface="Arial"/>
              </a:rPr>
              <a:t> Valencia CF. </a:t>
            </a:r>
            <a:r>
              <a:rPr lang="en-US" sz="1600" b="1">
                <a:latin typeface="Arial"/>
                <a:cs typeface="Arial"/>
                <a:hlinkClick r:id="rId4">
                  <a:extLst>
                    <a:ext uri="{A12FA001-AC4F-418D-AE19-62706E023703}">
                      <ahyp:hlinkClr xmlns:ahyp="http://schemas.microsoft.com/office/drawing/2018/hyperlinkcolor" val="tx"/>
                    </a:ext>
                  </a:extLst>
                </a:hlinkClick>
              </a:rPr>
              <a:t>https://www.valenciacf.com/en-dani-roca-blinkfire-analytics-valencia-cf-are-a-global-benchmark-in-sponsor-exposure-on-social-networks-2020-11-04</a:t>
            </a:r>
            <a:endParaRPr lang="en-US" sz="1600">
              <a:latin typeface="Arial"/>
              <a:cs typeface="Arial"/>
            </a:endParaRPr>
          </a:p>
          <a:p>
            <a:pPr algn="just"/>
            <a:r>
              <a:rPr lang="en-US" sz="1600" b="1">
                <a:latin typeface="Arial"/>
                <a:cs typeface="Arial"/>
              </a:rPr>
              <a:t>Valencia CF. (2021, June 10). </a:t>
            </a:r>
            <a:r>
              <a:rPr lang="en-US" sz="1600" b="1" i="1">
                <a:latin typeface="Arial"/>
                <a:cs typeface="Arial"/>
              </a:rPr>
              <a:t>Valencia CF and Zeus to collaborate on data analysis.</a:t>
            </a:r>
            <a:r>
              <a:rPr lang="en-US" sz="1600" b="1">
                <a:latin typeface="Arial"/>
                <a:cs typeface="Arial"/>
              </a:rPr>
              <a:t> Valencia CF. </a:t>
            </a:r>
            <a:r>
              <a:rPr lang="en-US" sz="1600" b="1">
                <a:latin typeface="Arial"/>
                <a:cs typeface="Arial"/>
                <a:hlinkClick r:id="rId5">
                  <a:extLst>
                    <a:ext uri="{A12FA001-AC4F-418D-AE19-62706E023703}">
                      <ahyp:hlinkClr xmlns:ahyp="http://schemas.microsoft.com/office/drawing/2018/hyperlinkcolor" val="tx"/>
                    </a:ext>
                  </a:extLst>
                </a:hlinkClick>
              </a:rPr>
              <a:t>https://www.valenciacf.com/en-valencia-cf-and-zeus-to-collaborate-on-data-analysis-2021-06-10</a:t>
            </a:r>
            <a:endParaRPr lang="en-US" sz="1600">
              <a:latin typeface="Arial"/>
              <a:cs typeface="Arial"/>
            </a:endParaRPr>
          </a:p>
          <a:p>
            <a:pPr algn="just"/>
            <a:r>
              <a:rPr lang="en-US" sz="1600" b="1">
                <a:latin typeface="Arial"/>
                <a:cs typeface="Arial"/>
              </a:rPr>
              <a:t>La Source. (n.d.). </a:t>
            </a:r>
            <a:r>
              <a:rPr lang="en-US" sz="1600" b="1" i="1">
                <a:latin typeface="Arial"/>
                <a:cs typeface="Arial"/>
              </a:rPr>
              <a:t>Interview with Franco Segarra, innovation director at Valencia CF.</a:t>
            </a:r>
            <a:r>
              <a:rPr lang="en-US" sz="1600" b="1">
                <a:latin typeface="Arial"/>
                <a:cs typeface="Arial"/>
              </a:rPr>
              <a:t> La Source. </a:t>
            </a:r>
            <a:r>
              <a:rPr lang="en-US" sz="1600" b="1">
                <a:latin typeface="Arial"/>
                <a:cs typeface="Arial"/>
                <a:hlinkClick r:id="rId6">
                  <a:extLst>
                    <a:ext uri="{A12FA001-AC4F-418D-AE19-62706E023703}">
                      <ahyp:hlinkClr xmlns:ahyp="http://schemas.microsoft.com/office/drawing/2018/hyperlinkcolor" val="tx"/>
                    </a:ext>
                  </a:extLst>
                </a:hlinkClick>
              </a:rPr>
              <a:t>https://www.lasource.io/news/interview-with-franco-segarra-innovation-director-at-valencia-cf</a:t>
            </a:r>
            <a:endParaRPr lang="en-US" sz="1600">
              <a:latin typeface="Arial"/>
              <a:cs typeface="Arial"/>
            </a:endParaRPr>
          </a:p>
          <a:p>
            <a:pPr algn="just"/>
            <a:r>
              <a:rPr lang="en-US" sz="1600" b="1" err="1">
                <a:latin typeface="Arial"/>
                <a:cs typeface="Arial"/>
              </a:rPr>
              <a:t>StatMuse</a:t>
            </a:r>
            <a:r>
              <a:rPr lang="en-US" sz="1600" b="1">
                <a:latin typeface="Arial"/>
                <a:cs typeface="Arial"/>
              </a:rPr>
              <a:t>. (n.d.). </a:t>
            </a:r>
            <a:r>
              <a:rPr lang="en-US" sz="1600" b="1" i="1">
                <a:latin typeface="Arial"/>
                <a:cs typeface="Arial"/>
              </a:rPr>
              <a:t>Valencia home records 2023/2024 season.</a:t>
            </a:r>
            <a:r>
              <a:rPr lang="en-US" sz="1600" b="1">
                <a:latin typeface="Arial"/>
                <a:cs typeface="Arial"/>
              </a:rPr>
              <a:t> </a:t>
            </a:r>
            <a:r>
              <a:rPr lang="en-US" sz="1600" b="1" err="1">
                <a:latin typeface="Arial"/>
                <a:cs typeface="Arial"/>
              </a:rPr>
              <a:t>StatMuse</a:t>
            </a:r>
            <a:r>
              <a:rPr lang="en-US" sz="1600" b="1">
                <a:latin typeface="Arial"/>
                <a:cs typeface="Arial"/>
              </a:rPr>
              <a:t>. </a:t>
            </a:r>
            <a:r>
              <a:rPr lang="en-US" sz="1600" b="1">
                <a:latin typeface="Arial"/>
                <a:cs typeface="Arial"/>
                <a:hlinkClick r:id="rId7">
                  <a:extLst>
                    <a:ext uri="{A12FA001-AC4F-418D-AE19-62706E023703}">
                      <ahyp:hlinkClr xmlns:ahyp="http://schemas.microsoft.com/office/drawing/2018/hyperlinkcolor" val="tx"/>
                    </a:ext>
                  </a:extLst>
                </a:hlinkClick>
              </a:rPr>
              <a:t>https://www.statmuse.com/fc/ask?q=valencia+home+records+2023%2F2024+season</a:t>
            </a:r>
            <a:endParaRPr lang="en-US" sz="1600">
              <a:latin typeface="Arial"/>
              <a:cs typeface="Arial"/>
            </a:endParaRPr>
          </a:p>
          <a:p>
            <a:pPr algn="just"/>
            <a:endParaRPr lang="en-US" sz="1600">
              <a:latin typeface="Arial"/>
              <a:cs typeface="Arial"/>
            </a:endParaRPr>
          </a:p>
          <a:p>
            <a:endParaRPr lang="en-US" sz="1600">
              <a:latin typeface="Arial"/>
              <a:cs typeface="Arial"/>
            </a:endParaRPr>
          </a:p>
          <a:p>
            <a:endParaRPr lang="en-US"/>
          </a:p>
        </p:txBody>
      </p:sp>
    </p:spTree>
    <p:extLst>
      <p:ext uri="{BB962C8B-B14F-4D97-AF65-F5344CB8AC3E}">
        <p14:creationId xmlns:p14="http://schemas.microsoft.com/office/powerpoint/2010/main" val="815135768"/>
      </p:ext>
    </p:extLst>
  </p:cSld>
  <p:clrMapOvr>
    <a:masterClrMapping/>
  </p:clrMapOvr>
</p:sld>
</file>

<file path=ppt/theme/theme1.xml><?xml version="1.0" encoding="utf-8"?>
<a:theme xmlns:a="http://schemas.openxmlformats.org/drawingml/2006/main" name="AlignmentVTI">
  <a:themeElements>
    <a:clrScheme name="Alignment">
      <a:dk1>
        <a:sysClr val="windowText" lastClr="000000"/>
      </a:dk1>
      <a:lt1>
        <a:sysClr val="window" lastClr="FFFFFF"/>
      </a:lt1>
      <a:dk2>
        <a:srgbClr val="3B3D38"/>
      </a:dk2>
      <a:lt2>
        <a:srgbClr val="F7F2EE"/>
      </a:lt2>
      <a:accent1>
        <a:srgbClr val="928A63"/>
      </a:accent1>
      <a:accent2>
        <a:srgbClr val="B57B6B"/>
      </a:accent2>
      <a:accent3>
        <a:srgbClr val="9E8484"/>
      </a:accent3>
      <a:accent4>
        <a:srgbClr val="7C8A75"/>
      </a:accent4>
      <a:accent5>
        <a:srgbClr val="8C8578"/>
      </a:accent5>
      <a:accent6>
        <a:srgbClr val="A18563"/>
      </a:accent6>
      <a:hlink>
        <a:srgbClr val="B57B6B"/>
      </a:hlink>
      <a:folHlink>
        <a:srgbClr val="7C8A75"/>
      </a:folHlink>
    </a:clrScheme>
    <a:fontScheme name="Custom 1">
      <a:majorFont>
        <a:latin typeface="Batang"/>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lignmentVTI" id="{606D7720-FAA0-4ADC-B967-3239DA8ECA1A}" vid="{10074623-6FCC-4A3C-AAA5-58644BD8FF1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Letras en madera</Template>
  <Application>Microsoft Office PowerPoint</Application>
  <PresentationFormat>Widescreen</PresentationFormat>
  <Slides>10</Slides>
  <Notes>2</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AlignmentVTI</vt:lpstr>
      <vt:lpstr>Head Coach Retention Decision &amp; Overall Team Performance Improvements - Valencia C.F </vt:lpstr>
      <vt:lpstr>Overview</vt:lpstr>
      <vt:lpstr>Background oF Valencia C.F​</vt:lpstr>
      <vt:lpstr>Current Status and Analysis​</vt:lpstr>
      <vt:lpstr>The business analytics problem</vt:lpstr>
      <vt:lpstr>Managerial issues</vt:lpstr>
      <vt:lpstr>The business analytics solution</vt:lpstr>
      <vt:lpstr>The business analytics solution</vt:lpstr>
      <vt:lpstr>Recommendations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 Coach Retention Decision &amp; Overall Team Performance Improvements - Valencia C.F </dc:title>
  <dc:creator>Educa Cinco SL</dc:creator>
  <cp:revision>1</cp:revision>
  <dcterms:created xsi:type="dcterms:W3CDTF">2024-12-02T00:39:16Z</dcterms:created>
  <dcterms:modified xsi:type="dcterms:W3CDTF">2024-12-02T22:37:08Z</dcterms:modified>
</cp:coreProperties>
</file>